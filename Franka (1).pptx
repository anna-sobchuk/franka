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12192000"/>
  <p:notesSz cx="6858000" cy="9144000"/>
  <p:embeddedFontLst>
    <p:embeddedFont>
      <p:font typeface="Poppins"/>
      <p:regular r:id="rId18"/>
      <p:bold r:id="rId19"/>
      <p:italic r:id="rId20"/>
      <p:boldItalic r:id="rId21"/>
    </p:embeddedFont>
    <p:embeddedFont>
      <p:font typeface="Space Grotesk Medium"/>
      <p:regular r:id="rId22"/>
      <p:bold r:id="rId23"/>
    </p:embeddedFont>
    <p:embeddedFont>
      <p:font typeface="Space Grotesk SemiBold"/>
      <p:regular r:id="rId24"/>
      <p:bold r:id="rId25"/>
    </p:embeddedFont>
    <p:embeddedFont>
      <p:font typeface="Space Grotesk"/>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4105">
          <p15:clr>
            <a:srgbClr val="A4A3A4"/>
          </p15:clr>
        </p15:guide>
        <p15:guide id="2" pos="892">
          <p15:clr>
            <a:srgbClr val="A4A3A4"/>
          </p15:clr>
        </p15:guide>
        <p15:guide id="3"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105" orient="horz"/>
        <p:guide pos="892"/>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oppins-italic.fntdata"/><Relationship Id="rId22" Type="http://schemas.openxmlformats.org/officeDocument/2006/relationships/font" Target="fonts/SpaceGroteskMedium-regular.fntdata"/><Relationship Id="rId21" Type="http://schemas.openxmlformats.org/officeDocument/2006/relationships/font" Target="fonts/Poppins-boldItalic.fntdata"/><Relationship Id="rId24" Type="http://schemas.openxmlformats.org/officeDocument/2006/relationships/font" Target="fonts/SpaceGroteskSemiBold-regular.fntdata"/><Relationship Id="rId23" Type="http://schemas.openxmlformats.org/officeDocument/2006/relationships/font" Target="fonts/SpaceGroteskMedium-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SpaceGrotesk-regular.fntdata"/><Relationship Id="rId25" Type="http://schemas.openxmlformats.org/officeDocument/2006/relationships/font" Target="fonts/SpaceGroteskSemiBold-bold.fntdata"/><Relationship Id="rId27" Type="http://schemas.openxmlformats.org/officeDocument/2006/relationships/font" Target="fonts/SpaceGrotesk-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Poppins-bold.fntdata"/><Relationship Id="rId18" Type="http://schemas.openxmlformats.org/officeDocument/2006/relationships/font" Target="fonts/Poppins-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400"/>
              <a:t>The future of clean streets, t</a:t>
            </a:r>
            <a:r>
              <a:rPr lang="en-US" sz="1400"/>
              <a:t>his robot picks up a metal can and places it in a box behind itself, fully autonomously. Over the next ten minutes we'll walk you through how it sees, localises, and grasps the can, and what we had to solve to make all work </a:t>
            </a:r>
            <a:endParaRPr sz="1400"/>
          </a:p>
        </p:txBody>
      </p:sp>
      <p:sp>
        <p:nvSpPr>
          <p:cNvPr id="302" name="Google Shape;30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400"/>
              <a:t>The task sounds simple but involves four tightly coupled subsystems: perception, coordinate mapping, motion planning, and actuation. All four must work correctly for the end-to-end task to succeed. The longer-term vision is autonomous litter collection. Cans are a good first target, and also a harder one than they look, because metallic surfaces break both RGB detectors and depth sensors in ways that drove several of our design choices.</a:t>
            </a:r>
            <a:endParaRPr sz="1400"/>
          </a:p>
        </p:txBody>
      </p:sp>
      <p:sp>
        <p:nvSpPr>
          <p:cNvPr id="311" name="Google Shape;31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400"/>
              <a:t>Robot has seven joints, integrated torque sensors, 1 kHz real-time control over Ethernet. The camera is an Intel RealSense D435, mounted on a fixed aluminium frame above the table for a stable top-down view. Everything runs inside Docker because the host is Ubuntu 22.04 with ROS 2, but the robot stack needs ROS Noetic. Docker also lets us real-time scheduling privileges to libfranka without giving the container unrestricted host access.</a:t>
            </a:r>
            <a:endParaRPr sz="1400"/>
          </a:p>
        </p:txBody>
      </p:sp>
      <p:sp>
        <p:nvSpPr>
          <p:cNvPr id="322" name="Google Shape;32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3" name="Google Shape;33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run two detectors in parallel on every frame. YOLO fires on the four closest COCO proxy classes at confidence 0.10 very low - then we gate on projected metric diameter between 5 and 13 centimetres. That filter rejects the robot base, frame rails, and background objects because none of them present a circular cross-section at that size and depth. When YOLO finds nothing, HoughCircles takes over. We apply CLAHE first - local contrast enhancement to recover the circular edge even when the centre of the can is blown out by specular highlight. We only publish after 8 stable frames in a row.</a:t>
            </a:r>
            <a:endParaRPr/>
          </a:p>
        </p:txBody>
      </p:sp>
      <p:sp>
        <p:nvSpPr>
          <p:cNvPr id="334" name="Google Shape;33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5" name="Google Shape;34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detector produces 3D camera-frame coordinates. The robot needs its own base-frame coordinates. First we tried a geometric TF transform with a measured rotation and translation. The problem: one degree of angular error at 80 centimetres becomes 1.4 centimetres of miss at the table. We replaced it with direct linear regression: place the can at 4 positions, record camera versus gripper coordinates at each, fit a linear model. The result is six scalar constants hardcoded in the script - no running node, no TF tree. Before any move we also check that the computed position is within the physically reachable workspace.</a:t>
            </a:r>
            <a:endParaRPr/>
          </a:p>
        </p:txBody>
      </p:sp>
      <p:sp>
        <p:nvSpPr>
          <p:cNvPr id="346" name="Google Shape;34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full sequence has eleven steps. The descent is split in two because a large single downward move is sometimes silently rejected by the franka-interface. The rotation was our biggest mechanical challenge. A direct 165-degree rotation from the pick position hits a near-singular configuration - in one test the arm hit the table edge. The fix: rotate first to a safe centred configuration with joint one at zero degrees, which is always reachable from any pick position, then continue to 165 degrees.</a:t>
            </a:r>
            <a:endParaRPr/>
          </a:p>
        </p:txBody>
      </p:sp>
      <p:sp>
        <p:nvSpPr>
          <p:cNvPr id="358" name="Google Shape;35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9" name="Google Shape;36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two nodes never call each other directly. We chose topics over services because a service call back to the detector would block the picker if the detector crashes. All we need to communicate is a single boolean, so two topics with queue size 1 handle the entire handshake. The detector disarms itself the moment it publishes a detection and re-arms only when the picker sends done. </a:t>
            </a:r>
            <a:endParaRPr/>
          </a:p>
        </p:txBody>
      </p:sp>
      <p:sp>
        <p:nvSpPr>
          <p:cNvPr id="370" name="Google Shape;37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1" name="Google Shape;38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two application nodes give no runtime visibility into what is happening. It uses read-only subscriptions on four pre-existing topics and writes only to a new namespace that nobody else reads. The grasp quality metric is the most useful output the minimum jaw width during each cycle equals the contact width at first grasp. A mean of 3.4 centimetres on a 7.5 cm can indicates good contact. If that drifts toward 1 to 2 centimetres across sessions, recalibration is needed. The watchdog found a real failure during development: the finally block did not execute on two occasions, leaving the detector permanently stuck with no errors and all nodes alive. Completely invisible to standard ROS tools.</a:t>
            </a:r>
            <a:endParaRPr>
              <a:latin typeface="Arial"/>
              <a:ea typeface="Arial"/>
              <a:cs typeface="Arial"/>
              <a:sym typeface="Arial"/>
            </a:endParaRPr>
          </a:p>
        </p:txBody>
      </p:sp>
      <p:sp>
        <p:nvSpPr>
          <p:cNvPr id="382" name="Google Shape;38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Four consecutive cycles, each from a different can position, no intervention between runs. Cycle time is consistent at 35 seconds with under 3 seconds spread that consistency is itself evidence of reliable trajectory execution. All four cycles produced jaw separation above 2 centimetres, confirming physical contact every time. Near the calibration region centre, separation was 3 to 5 centimetres - well-centred contact.</a:t>
            </a:r>
            <a:endParaRPr/>
          </a:p>
        </p:txBody>
      </p:sp>
      <p:sp>
        <p:nvSpPr>
          <p:cNvPr id="393" name="Google Shape;393;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4" name="Google Shape;40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fully autonomous pick-and-place pipeline: two nodes, one topic, six regression constants, and a passive monitor. The code is open source at the address on screen. Happy to take questions.</a:t>
            </a:r>
            <a:endParaRPr/>
          </a:p>
        </p:txBody>
      </p:sp>
      <p:sp>
        <p:nvSpPr>
          <p:cNvPr id="405" name="Google Shape;405;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d3876e337c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3d3876e337c_0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 name="Google Shape;416;g3d3876e337c_0_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5" name="Google Shape;42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6" name="Google Shape;426;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uverture">
  <p:cSld name="Couverture">
    <p:spTree>
      <p:nvGrpSpPr>
        <p:cNvPr id="15" name="Shape 15"/>
        <p:cNvGrpSpPr/>
        <p:nvPr/>
      </p:nvGrpSpPr>
      <p:grpSpPr>
        <a:xfrm>
          <a:off x="0" y="0"/>
          <a:ext cx="0" cy="0"/>
          <a:chOff x="0" y="0"/>
          <a:chExt cx="0" cy="0"/>
        </a:xfrm>
      </p:grpSpPr>
      <p:pic>
        <p:nvPicPr>
          <p:cNvPr id="16" name="Google Shape;16;p2"/>
          <p:cNvPicPr preferRelativeResize="0"/>
          <p:nvPr/>
        </p:nvPicPr>
        <p:blipFill rotWithShape="1">
          <a:blip r:embed="rId2">
            <a:alphaModFix/>
          </a:blip>
          <a:srcRect b="0" l="0" r="0" t="0"/>
          <a:stretch/>
        </p:blipFill>
        <p:spPr>
          <a:xfrm>
            <a:off x="5370286" y="1567079"/>
            <a:ext cx="5052742" cy="1658394"/>
          </a:xfrm>
          <a:prstGeom prst="rect">
            <a:avLst/>
          </a:prstGeom>
          <a:noFill/>
          <a:ln>
            <a:noFill/>
          </a:ln>
        </p:spPr>
      </p:pic>
      <p:sp>
        <p:nvSpPr>
          <p:cNvPr id="17" name="Google Shape;17;p2"/>
          <p:cNvSpPr txBox="1"/>
          <p:nvPr>
            <p:ph type="title"/>
          </p:nvPr>
        </p:nvSpPr>
        <p:spPr>
          <a:xfrm>
            <a:off x="5336952" y="4258197"/>
            <a:ext cx="6297706" cy="1325563"/>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rgbClr val="143355"/>
              </a:buClr>
              <a:buSzPts val="3600"/>
              <a:buFont typeface="Space Grotesk SemiBold"/>
              <a:buNone/>
              <a:defRPr sz="3600">
                <a:solidFill>
                  <a:srgbClr val="143355"/>
                </a:solidFill>
                <a:latin typeface="Space Grotesk SemiBold"/>
                <a:ea typeface="Space Grotesk SemiBold"/>
                <a:cs typeface="Space Grotesk SemiBold"/>
                <a:sym typeface="Space Grotesk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8" name="Google Shape;18;p2"/>
          <p:cNvPicPr preferRelativeResize="0"/>
          <p:nvPr/>
        </p:nvPicPr>
        <p:blipFill rotWithShape="1">
          <a:blip r:embed="rId3">
            <a:alphaModFix/>
          </a:blip>
          <a:srcRect b="13988" l="0" r="0" t="13988"/>
          <a:stretch/>
        </p:blipFill>
        <p:spPr>
          <a:xfrm>
            <a:off x="-3" y="0"/>
            <a:ext cx="5831404" cy="685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êtes des chapitres (6 cases)">
  <p:cSld name="Têtes des chapitres (6 cases)">
    <p:spTree>
      <p:nvGrpSpPr>
        <p:cNvPr id="19" name="Shape 19"/>
        <p:cNvGrpSpPr/>
        <p:nvPr/>
      </p:nvGrpSpPr>
      <p:grpSpPr>
        <a:xfrm>
          <a:off x="0" y="0"/>
          <a:ext cx="0" cy="0"/>
          <a:chOff x="0" y="0"/>
          <a:chExt cx="0" cy="0"/>
        </a:xfrm>
      </p:grpSpPr>
      <p:pic>
        <p:nvPicPr>
          <p:cNvPr id="20" name="Google Shape;20;p3"/>
          <p:cNvPicPr preferRelativeResize="0"/>
          <p:nvPr/>
        </p:nvPicPr>
        <p:blipFill rotWithShape="1">
          <a:blip r:embed="rId2">
            <a:alphaModFix/>
          </a:blip>
          <a:srcRect b="0" l="0" r="0" t="0"/>
          <a:stretch/>
        </p:blipFill>
        <p:spPr>
          <a:xfrm>
            <a:off x="11160000" y="5580000"/>
            <a:ext cx="726279" cy="1005354"/>
          </a:xfrm>
          <a:prstGeom prst="rect">
            <a:avLst/>
          </a:prstGeom>
          <a:noFill/>
          <a:ln>
            <a:noFill/>
          </a:ln>
        </p:spPr>
      </p:pic>
      <p:sp>
        <p:nvSpPr>
          <p:cNvPr id="21" name="Google Shape;21;p3"/>
          <p:cNvSpPr/>
          <p:nvPr/>
        </p:nvSpPr>
        <p:spPr>
          <a:xfrm rot="2700000">
            <a:off x="-821773" y="2622824"/>
            <a:ext cx="1612351" cy="1612351"/>
          </a:xfrm>
          <a:prstGeom prst="rect">
            <a:avLst/>
          </a:prstGeom>
          <a:solidFill>
            <a:srgbClr val="143355"/>
          </a:solidFill>
          <a:ln cap="flat" cmpd="sng" w="12700">
            <a:solidFill>
              <a:schemeClr val="lt1">
                <a:alpha val="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22" name="Google Shape;22;p3"/>
          <p:cNvSpPr/>
          <p:nvPr/>
        </p:nvSpPr>
        <p:spPr>
          <a:xfrm rot="2700000">
            <a:off x="1960803" y="1127512"/>
            <a:ext cx="1620000" cy="1620000"/>
          </a:xfrm>
          <a:prstGeom prst="rect">
            <a:avLst/>
          </a:prstGeom>
          <a:solidFill>
            <a:schemeClr val="lt1">
              <a:alpha val="10196"/>
            </a:schemeClr>
          </a:solidFill>
          <a:ln cap="flat" cmpd="sng" w="152400">
            <a:solidFill>
              <a:srgbClr val="143355">
                <a:alpha val="10196"/>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23" name="Google Shape;23;p3"/>
          <p:cNvSpPr txBox="1"/>
          <p:nvPr>
            <p:ph idx="1" type="body"/>
          </p:nvPr>
        </p:nvSpPr>
        <p:spPr>
          <a:xfrm>
            <a:off x="2230803" y="1260000"/>
            <a:ext cx="1080000" cy="612000"/>
          </a:xfrm>
          <a:prstGeom prst="rect">
            <a:avLst/>
          </a:prstGeom>
          <a:noFill/>
          <a:ln>
            <a:noFill/>
          </a:ln>
        </p:spPr>
        <p:txBody>
          <a:bodyPr anchorCtr="0" anchor="ctr" bIns="0" lIns="0" spcFirstLastPara="1" rIns="0" wrap="square" tIns="0">
            <a:noAutofit/>
          </a:bodyPr>
          <a:lstStyle>
            <a:lvl1pPr indent="-228600" lvl="0" marL="457200" algn="ctr">
              <a:lnSpc>
                <a:spcPct val="90000"/>
              </a:lnSpc>
              <a:spcBef>
                <a:spcPts val="1000"/>
              </a:spcBef>
              <a:spcAft>
                <a:spcPts val="0"/>
              </a:spcAft>
              <a:buClr>
                <a:srgbClr val="143355"/>
              </a:buClr>
              <a:buSzPts val="7200"/>
              <a:buFont typeface="Space Grotesk SemiBold"/>
              <a:buNone/>
              <a:defRPr sz="7200">
                <a:solidFill>
                  <a:srgbClr val="143355"/>
                </a:solidFill>
                <a:latin typeface="Space Grotesk SemiBold"/>
                <a:ea typeface="Space Grotesk SemiBold"/>
                <a:cs typeface="Space Grotesk SemiBold"/>
                <a:sym typeface="Space Grotesk SemiBold"/>
              </a:defRPr>
            </a:lvl1pPr>
            <a:lvl2pPr indent="-228600" lvl="1" marL="914400" algn="l">
              <a:lnSpc>
                <a:spcPct val="90000"/>
              </a:lnSpc>
              <a:spcBef>
                <a:spcPts val="500"/>
              </a:spcBef>
              <a:spcAft>
                <a:spcPts val="0"/>
              </a:spcAft>
              <a:buClr>
                <a:schemeClr val="dk1"/>
              </a:buClr>
              <a:buSzPts val="2400"/>
              <a:buFont typeface="Space Grotesk"/>
              <a:buNone/>
              <a:defRPr/>
            </a:lvl2pPr>
            <a:lvl3pPr indent="-228600" lvl="2" marL="1371600" algn="l">
              <a:lnSpc>
                <a:spcPct val="90000"/>
              </a:lnSpc>
              <a:spcBef>
                <a:spcPts val="500"/>
              </a:spcBef>
              <a:spcAft>
                <a:spcPts val="0"/>
              </a:spcAft>
              <a:buClr>
                <a:schemeClr val="dk1"/>
              </a:buClr>
              <a:buSzPts val="2000"/>
              <a:buFont typeface="Space Grotesk"/>
              <a:buNone/>
              <a:defRPr/>
            </a:lvl3pPr>
            <a:lvl4pPr indent="-228600" lvl="3" marL="1828800" algn="l">
              <a:lnSpc>
                <a:spcPct val="90000"/>
              </a:lnSpc>
              <a:spcBef>
                <a:spcPts val="500"/>
              </a:spcBef>
              <a:spcAft>
                <a:spcPts val="0"/>
              </a:spcAft>
              <a:buClr>
                <a:schemeClr val="dk1"/>
              </a:buClr>
              <a:buSzPts val="1800"/>
              <a:buFont typeface="Space Grotesk"/>
              <a:buNone/>
              <a:defRPr/>
            </a:lvl4pPr>
            <a:lvl5pPr indent="-228600" lvl="4" marL="2286000" algn="l">
              <a:lnSpc>
                <a:spcPct val="90000"/>
              </a:lnSpc>
              <a:spcBef>
                <a:spcPts val="500"/>
              </a:spcBef>
              <a:spcAft>
                <a:spcPts val="0"/>
              </a:spcAft>
              <a:buClr>
                <a:schemeClr val="dk1"/>
              </a:buClr>
              <a:buSzPts val="1800"/>
              <a:buFont typeface="Space Grotesk"/>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
          <p:cNvSpPr txBox="1"/>
          <p:nvPr>
            <p:ph idx="2" type="body"/>
          </p:nvPr>
        </p:nvSpPr>
        <p:spPr>
          <a:xfrm>
            <a:off x="1240803" y="1884500"/>
            <a:ext cx="3060000" cy="720000"/>
          </a:xfrm>
          <a:prstGeom prst="rect">
            <a:avLst/>
          </a:prstGeom>
          <a:solidFill>
            <a:schemeClr val="lt1"/>
          </a:solidFill>
          <a:ln>
            <a:noFill/>
          </a:ln>
        </p:spPr>
        <p:txBody>
          <a:bodyPr anchorCtr="0" anchor="ctr" bIns="45700" lIns="91425" spcFirstLastPara="1" rIns="91425" wrap="square" tIns="45700">
            <a:noAutofit/>
          </a:bodyPr>
          <a:lstStyle>
            <a:lvl1pPr indent="-228600" lvl="0" marL="457200" algn="ctr">
              <a:lnSpc>
                <a:spcPct val="90000"/>
              </a:lnSpc>
              <a:spcBef>
                <a:spcPts val="0"/>
              </a:spcBef>
              <a:spcAft>
                <a:spcPts val="0"/>
              </a:spcAft>
              <a:buClr>
                <a:srgbClr val="143355"/>
              </a:buClr>
              <a:buSzPts val="1200"/>
              <a:buNone/>
              <a:defRPr b="0" sz="1200">
                <a:solidFill>
                  <a:srgbClr val="143355"/>
                </a:solidFill>
                <a:latin typeface="Space Grotesk SemiBold"/>
                <a:ea typeface="Space Grotesk SemiBold"/>
                <a:cs typeface="Space Grotesk SemiBold"/>
                <a:sym typeface="Space Grotesk SemiBold"/>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5" name="Google Shape;25;p3"/>
          <p:cNvSpPr/>
          <p:nvPr/>
        </p:nvSpPr>
        <p:spPr>
          <a:xfrm rot="2700000">
            <a:off x="5271891" y="1127512"/>
            <a:ext cx="1620000" cy="1620000"/>
          </a:xfrm>
          <a:prstGeom prst="rect">
            <a:avLst/>
          </a:prstGeom>
          <a:solidFill>
            <a:schemeClr val="lt1">
              <a:alpha val="10196"/>
            </a:schemeClr>
          </a:solidFill>
          <a:ln cap="flat" cmpd="sng" w="152400">
            <a:solidFill>
              <a:srgbClr val="143355">
                <a:alpha val="10196"/>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26" name="Google Shape;26;p3"/>
          <p:cNvSpPr txBox="1"/>
          <p:nvPr>
            <p:ph idx="3" type="body"/>
          </p:nvPr>
        </p:nvSpPr>
        <p:spPr>
          <a:xfrm>
            <a:off x="5590019" y="1260000"/>
            <a:ext cx="1080000" cy="612000"/>
          </a:xfrm>
          <a:prstGeom prst="rect">
            <a:avLst/>
          </a:prstGeom>
          <a:noFill/>
          <a:ln>
            <a:noFill/>
          </a:ln>
        </p:spPr>
        <p:txBody>
          <a:bodyPr anchorCtr="0" anchor="ctr" bIns="0" lIns="0" spcFirstLastPara="1" rIns="0" wrap="square" tIns="0">
            <a:noAutofit/>
          </a:bodyPr>
          <a:lstStyle>
            <a:lvl1pPr indent="-228600" lvl="0" marL="457200" algn="ctr">
              <a:lnSpc>
                <a:spcPct val="90000"/>
              </a:lnSpc>
              <a:spcBef>
                <a:spcPts val="1000"/>
              </a:spcBef>
              <a:spcAft>
                <a:spcPts val="0"/>
              </a:spcAft>
              <a:buClr>
                <a:srgbClr val="0038D5"/>
              </a:buClr>
              <a:buSzPts val="7200"/>
              <a:buFont typeface="Space Grotesk SemiBold"/>
              <a:buNone/>
              <a:defRPr sz="7200">
                <a:solidFill>
                  <a:srgbClr val="0038D5"/>
                </a:solidFill>
                <a:latin typeface="Space Grotesk SemiBold"/>
                <a:ea typeface="Space Grotesk SemiBold"/>
                <a:cs typeface="Space Grotesk SemiBold"/>
                <a:sym typeface="Space Grotesk SemiBold"/>
              </a:defRPr>
            </a:lvl1pPr>
            <a:lvl2pPr indent="-228600" lvl="1" marL="914400" algn="l">
              <a:lnSpc>
                <a:spcPct val="90000"/>
              </a:lnSpc>
              <a:spcBef>
                <a:spcPts val="500"/>
              </a:spcBef>
              <a:spcAft>
                <a:spcPts val="0"/>
              </a:spcAft>
              <a:buClr>
                <a:schemeClr val="dk1"/>
              </a:buClr>
              <a:buSzPts val="2400"/>
              <a:buFont typeface="Space Grotesk"/>
              <a:buNone/>
              <a:defRPr/>
            </a:lvl2pPr>
            <a:lvl3pPr indent="-228600" lvl="2" marL="1371600" algn="l">
              <a:lnSpc>
                <a:spcPct val="90000"/>
              </a:lnSpc>
              <a:spcBef>
                <a:spcPts val="500"/>
              </a:spcBef>
              <a:spcAft>
                <a:spcPts val="0"/>
              </a:spcAft>
              <a:buClr>
                <a:schemeClr val="dk1"/>
              </a:buClr>
              <a:buSzPts val="2000"/>
              <a:buFont typeface="Space Grotesk"/>
              <a:buNone/>
              <a:defRPr/>
            </a:lvl3pPr>
            <a:lvl4pPr indent="-228600" lvl="3" marL="1828800" algn="l">
              <a:lnSpc>
                <a:spcPct val="90000"/>
              </a:lnSpc>
              <a:spcBef>
                <a:spcPts val="500"/>
              </a:spcBef>
              <a:spcAft>
                <a:spcPts val="0"/>
              </a:spcAft>
              <a:buClr>
                <a:schemeClr val="dk1"/>
              </a:buClr>
              <a:buSzPts val="1800"/>
              <a:buFont typeface="Space Grotesk"/>
              <a:buNone/>
              <a:defRPr/>
            </a:lvl4pPr>
            <a:lvl5pPr indent="-228600" lvl="4" marL="2286000" algn="l">
              <a:lnSpc>
                <a:spcPct val="90000"/>
              </a:lnSpc>
              <a:spcBef>
                <a:spcPts val="500"/>
              </a:spcBef>
              <a:spcAft>
                <a:spcPts val="0"/>
              </a:spcAft>
              <a:buClr>
                <a:schemeClr val="dk1"/>
              </a:buClr>
              <a:buSzPts val="1800"/>
              <a:buFont typeface="Space Grotesk"/>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3"/>
          <p:cNvSpPr txBox="1"/>
          <p:nvPr>
            <p:ph idx="4" type="body"/>
          </p:nvPr>
        </p:nvSpPr>
        <p:spPr>
          <a:xfrm>
            <a:off x="4600019" y="1884500"/>
            <a:ext cx="3060000" cy="720000"/>
          </a:xfrm>
          <a:prstGeom prst="rect">
            <a:avLst/>
          </a:prstGeom>
          <a:solidFill>
            <a:schemeClr val="lt1"/>
          </a:solidFill>
          <a:ln>
            <a:noFill/>
          </a:ln>
        </p:spPr>
        <p:txBody>
          <a:bodyPr anchorCtr="0" anchor="ctr" bIns="45700" lIns="91425" spcFirstLastPara="1" rIns="91425" wrap="square" tIns="45700">
            <a:noAutofit/>
          </a:bodyPr>
          <a:lstStyle>
            <a:lvl1pPr indent="-228600" lvl="0" marL="457200" algn="ctr">
              <a:lnSpc>
                <a:spcPct val="90000"/>
              </a:lnSpc>
              <a:spcBef>
                <a:spcPts val="0"/>
              </a:spcBef>
              <a:spcAft>
                <a:spcPts val="0"/>
              </a:spcAft>
              <a:buClr>
                <a:srgbClr val="0038D5"/>
              </a:buClr>
              <a:buSzPts val="1200"/>
              <a:buNone/>
              <a:defRPr b="0" sz="1200">
                <a:solidFill>
                  <a:srgbClr val="0038D5"/>
                </a:solidFill>
                <a:latin typeface="Space Grotesk SemiBold"/>
                <a:ea typeface="Space Grotesk SemiBold"/>
                <a:cs typeface="Space Grotesk SemiBold"/>
                <a:sym typeface="Space Grotesk SemiBold"/>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8" name="Google Shape;28;p3"/>
          <p:cNvSpPr/>
          <p:nvPr/>
        </p:nvSpPr>
        <p:spPr>
          <a:xfrm rot="2700000">
            <a:off x="8679234" y="1127512"/>
            <a:ext cx="1620000" cy="1620000"/>
          </a:xfrm>
          <a:prstGeom prst="rect">
            <a:avLst/>
          </a:prstGeom>
          <a:solidFill>
            <a:schemeClr val="lt1">
              <a:alpha val="10196"/>
            </a:schemeClr>
          </a:solidFill>
          <a:ln cap="flat" cmpd="sng" w="152400">
            <a:solidFill>
              <a:srgbClr val="143355">
                <a:alpha val="10196"/>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29" name="Google Shape;29;p3"/>
          <p:cNvSpPr txBox="1"/>
          <p:nvPr>
            <p:ph idx="5" type="body"/>
          </p:nvPr>
        </p:nvSpPr>
        <p:spPr>
          <a:xfrm>
            <a:off x="8949234" y="1260000"/>
            <a:ext cx="1080000" cy="612000"/>
          </a:xfrm>
          <a:prstGeom prst="rect">
            <a:avLst/>
          </a:prstGeom>
          <a:noFill/>
          <a:ln>
            <a:noFill/>
          </a:ln>
        </p:spPr>
        <p:txBody>
          <a:bodyPr anchorCtr="0" anchor="ctr" bIns="0" lIns="0" spcFirstLastPara="1" rIns="0" wrap="square" tIns="0">
            <a:noAutofit/>
          </a:bodyPr>
          <a:lstStyle>
            <a:lvl1pPr indent="-228600" lvl="0" marL="457200" algn="ctr">
              <a:lnSpc>
                <a:spcPct val="90000"/>
              </a:lnSpc>
              <a:spcBef>
                <a:spcPts val="1000"/>
              </a:spcBef>
              <a:spcAft>
                <a:spcPts val="0"/>
              </a:spcAft>
              <a:buClr>
                <a:srgbClr val="488BC9"/>
              </a:buClr>
              <a:buSzPts val="7200"/>
              <a:buFont typeface="Space Grotesk SemiBold"/>
              <a:buNone/>
              <a:defRPr sz="7200">
                <a:solidFill>
                  <a:srgbClr val="488BC9"/>
                </a:solidFill>
                <a:latin typeface="Space Grotesk SemiBold"/>
                <a:ea typeface="Space Grotesk SemiBold"/>
                <a:cs typeface="Space Grotesk SemiBold"/>
                <a:sym typeface="Space Grotesk SemiBold"/>
              </a:defRPr>
            </a:lvl1pPr>
            <a:lvl2pPr indent="-228600" lvl="1" marL="914400" algn="l">
              <a:lnSpc>
                <a:spcPct val="90000"/>
              </a:lnSpc>
              <a:spcBef>
                <a:spcPts val="500"/>
              </a:spcBef>
              <a:spcAft>
                <a:spcPts val="0"/>
              </a:spcAft>
              <a:buClr>
                <a:schemeClr val="dk1"/>
              </a:buClr>
              <a:buSzPts val="2400"/>
              <a:buFont typeface="Space Grotesk"/>
              <a:buNone/>
              <a:defRPr/>
            </a:lvl2pPr>
            <a:lvl3pPr indent="-228600" lvl="2" marL="1371600" algn="l">
              <a:lnSpc>
                <a:spcPct val="90000"/>
              </a:lnSpc>
              <a:spcBef>
                <a:spcPts val="500"/>
              </a:spcBef>
              <a:spcAft>
                <a:spcPts val="0"/>
              </a:spcAft>
              <a:buClr>
                <a:schemeClr val="dk1"/>
              </a:buClr>
              <a:buSzPts val="2000"/>
              <a:buFont typeface="Space Grotesk"/>
              <a:buNone/>
              <a:defRPr/>
            </a:lvl3pPr>
            <a:lvl4pPr indent="-228600" lvl="3" marL="1828800" algn="l">
              <a:lnSpc>
                <a:spcPct val="90000"/>
              </a:lnSpc>
              <a:spcBef>
                <a:spcPts val="500"/>
              </a:spcBef>
              <a:spcAft>
                <a:spcPts val="0"/>
              </a:spcAft>
              <a:buClr>
                <a:schemeClr val="dk1"/>
              </a:buClr>
              <a:buSzPts val="1800"/>
              <a:buFont typeface="Space Grotesk"/>
              <a:buNone/>
              <a:defRPr/>
            </a:lvl4pPr>
            <a:lvl5pPr indent="-228600" lvl="4" marL="2286000" algn="l">
              <a:lnSpc>
                <a:spcPct val="90000"/>
              </a:lnSpc>
              <a:spcBef>
                <a:spcPts val="500"/>
              </a:spcBef>
              <a:spcAft>
                <a:spcPts val="0"/>
              </a:spcAft>
              <a:buClr>
                <a:schemeClr val="dk1"/>
              </a:buClr>
              <a:buSzPts val="1800"/>
              <a:buFont typeface="Space Grotesk"/>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3"/>
          <p:cNvSpPr txBox="1"/>
          <p:nvPr>
            <p:ph idx="6" type="body"/>
          </p:nvPr>
        </p:nvSpPr>
        <p:spPr>
          <a:xfrm>
            <a:off x="7959234" y="1884500"/>
            <a:ext cx="3060000" cy="720000"/>
          </a:xfrm>
          <a:prstGeom prst="rect">
            <a:avLst/>
          </a:prstGeom>
          <a:solidFill>
            <a:schemeClr val="lt1"/>
          </a:solidFill>
          <a:ln>
            <a:noFill/>
          </a:ln>
        </p:spPr>
        <p:txBody>
          <a:bodyPr anchorCtr="0" anchor="ctr" bIns="45700" lIns="91425" spcFirstLastPara="1" rIns="91425" wrap="square" tIns="45700">
            <a:noAutofit/>
          </a:bodyPr>
          <a:lstStyle>
            <a:lvl1pPr indent="-228600" lvl="0" marL="457200" algn="ctr">
              <a:lnSpc>
                <a:spcPct val="90000"/>
              </a:lnSpc>
              <a:spcBef>
                <a:spcPts val="0"/>
              </a:spcBef>
              <a:spcAft>
                <a:spcPts val="0"/>
              </a:spcAft>
              <a:buClr>
                <a:srgbClr val="488BC9"/>
              </a:buClr>
              <a:buSzPts val="1200"/>
              <a:buNone/>
              <a:defRPr b="0" sz="1200">
                <a:solidFill>
                  <a:srgbClr val="488BC9"/>
                </a:solidFill>
                <a:latin typeface="Space Grotesk SemiBold"/>
                <a:ea typeface="Space Grotesk SemiBold"/>
                <a:cs typeface="Space Grotesk SemiBold"/>
                <a:sym typeface="Space Grotesk SemiBold"/>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1" name="Google Shape;31;p3"/>
          <p:cNvSpPr/>
          <p:nvPr/>
        </p:nvSpPr>
        <p:spPr>
          <a:xfrm rot="2700000">
            <a:off x="1960803" y="4188345"/>
            <a:ext cx="1620000" cy="1620000"/>
          </a:xfrm>
          <a:prstGeom prst="rect">
            <a:avLst/>
          </a:prstGeom>
          <a:solidFill>
            <a:schemeClr val="lt1">
              <a:alpha val="10196"/>
            </a:schemeClr>
          </a:solidFill>
          <a:ln cap="flat" cmpd="sng" w="152400">
            <a:solidFill>
              <a:srgbClr val="143355">
                <a:alpha val="10196"/>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32" name="Google Shape;32;p3"/>
          <p:cNvSpPr txBox="1"/>
          <p:nvPr>
            <p:ph idx="7" type="body"/>
          </p:nvPr>
        </p:nvSpPr>
        <p:spPr>
          <a:xfrm>
            <a:off x="2230803" y="4320833"/>
            <a:ext cx="1080000" cy="612000"/>
          </a:xfrm>
          <a:prstGeom prst="rect">
            <a:avLst/>
          </a:prstGeom>
          <a:noFill/>
          <a:ln>
            <a:noFill/>
          </a:ln>
        </p:spPr>
        <p:txBody>
          <a:bodyPr anchorCtr="0" anchor="ctr" bIns="0" lIns="0" spcFirstLastPara="1" rIns="0" wrap="square" tIns="0">
            <a:noAutofit/>
          </a:bodyPr>
          <a:lstStyle>
            <a:lvl1pPr indent="-228600" lvl="0" marL="457200" algn="ctr">
              <a:lnSpc>
                <a:spcPct val="90000"/>
              </a:lnSpc>
              <a:spcBef>
                <a:spcPts val="1000"/>
              </a:spcBef>
              <a:spcAft>
                <a:spcPts val="0"/>
              </a:spcAft>
              <a:buClr>
                <a:srgbClr val="C17250"/>
              </a:buClr>
              <a:buSzPts val="7200"/>
              <a:buFont typeface="Space Grotesk SemiBold"/>
              <a:buNone/>
              <a:defRPr sz="7200">
                <a:solidFill>
                  <a:srgbClr val="C17250"/>
                </a:solidFill>
                <a:latin typeface="Space Grotesk SemiBold"/>
                <a:ea typeface="Space Grotesk SemiBold"/>
                <a:cs typeface="Space Grotesk SemiBold"/>
                <a:sym typeface="Space Grotesk SemiBold"/>
              </a:defRPr>
            </a:lvl1pPr>
            <a:lvl2pPr indent="-228600" lvl="1" marL="914400" algn="l">
              <a:lnSpc>
                <a:spcPct val="90000"/>
              </a:lnSpc>
              <a:spcBef>
                <a:spcPts val="500"/>
              </a:spcBef>
              <a:spcAft>
                <a:spcPts val="0"/>
              </a:spcAft>
              <a:buClr>
                <a:schemeClr val="dk1"/>
              </a:buClr>
              <a:buSzPts val="2400"/>
              <a:buFont typeface="Space Grotesk"/>
              <a:buNone/>
              <a:defRPr/>
            </a:lvl2pPr>
            <a:lvl3pPr indent="-228600" lvl="2" marL="1371600" algn="l">
              <a:lnSpc>
                <a:spcPct val="90000"/>
              </a:lnSpc>
              <a:spcBef>
                <a:spcPts val="500"/>
              </a:spcBef>
              <a:spcAft>
                <a:spcPts val="0"/>
              </a:spcAft>
              <a:buClr>
                <a:schemeClr val="dk1"/>
              </a:buClr>
              <a:buSzPts val="2000"/>
              <a:buFont typeface="Space Grotesk"/>
              <a:buNone/>
              <a:defRPr/>
            </a:lvl3pPr>
            <a:lvl4pPr indent="-228600" lvl="3" marL="1828800" algn="l">
              <a:lnSpc>
                <a:spcPct val="90000"/>
              </a:lnSpc>
              <a:spcBef>
                <a:spcPts val="500"/>
              </a:spcBef>
              <a:spcAft>
                <a:spcPts val="0"/>
              </a:spcAft>
              <a:buClr>
                <a:schemeClr val="dk1"/>
              </a:buClr>
              <a:buSzPts val="1800"/>
              <a:buFont typeface="Space Grotesk"/>
              <a:buNone/>
              <a:defRPr/>
            </a:lvl4pPr>
            <a:lvl5pPr indent="-228600" lvl="4" marL="2286000" algn="l">
              <a:lnSpc>
                <a:spcPct val="90000"/>
              </a:lnSpc>
              <a:spcBef>
                <a:spcPts val="500"/>
              </a:spcBef>
              <a:spcAft>
                <a:spcPts val="0"/>
              </a:spcAft>
              <a:buClr>
                <a:schemeClr val="dk1"/>
              </a:buClr>
              <a:buSzPts val="1800"/>
              <a:buFont typeface="Space Grotesk"/>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3"/>
          <p:cNvSpPr txBox="1"/>
          <p:nvPr>
            <p:ph idx="8" type="body"/>
          </p:nvPr>
        </p:nvSpPr>
        <p:spPr>
          <a:xfrm>
            <a:off x="1240803" y="4945333"/>
            <a:ext cx="3060000" cy="720000"/>
          </a:xfrm>
          <a:prstGeom prst="rect">
            <a:avLst/>
          </a:prstGeom>
          <a:solidFill>
            <a:schemeClr val="lt1"/>
          </a:solidFill>
          <a:ln>
            <a:noFill/>
          </a:ln>
        </p:spPr>
        <p:txBody>
          <a:bodyPr anchorCtr="0" anchor="ctr" bIns="45700" lIns="91425" spcFirstLastPara="1" rIns="91425" wrap="square" tIns="45700">
            <a:noAutofit/>
          </a:bodyPr>
          <a:lstStyle>
            <a:lvl1pPr indent="-228600" lvl="0" marL="457200" algn="ctr">
              <a:lnSpc>
                <a:spcPct val="90000"/>
              </a:lnSpc>
              <a:spcBef>
                <a:spcPts val="0"/>
              </a:spcBef>
              <a:spcAft>
                <a:spcPts val="0"/>
              </a:spcAft>
              <a:buClr>
                <a:srgbClr val="C17250"/>
              </a:buClr>
              <a:buSzPts val="1200"/>
              <a:buNone/>
              <a:defRPr b="0" sz="1200">
                <a:solidFill>
                  <a:srgbClr val="C17250"/>
                </a:solidFill>
                <a:latin typeface="Space Grotesk SemiBold"/>
                <a:ea typeface="Space Grotesk SemiBold"/>
                <a:cs typeface="Space Grotesk SemiBold"/>
                <a:sym typeface="Space Grotesk SemiBold"/>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4" name="Google Shape;34;p3"/>
          <p:cNvSpPr/>
          <p:nvPr/>
        </p:nvSpPr>
        <p:spPr>
          <a:xfrm rot="2700000">
            <a:off x="5271891" y="4188345"/>
            <a:ext cx="1620000" cy="1620000"/>
          </a:xfrm>
          <a:prstGeom prst="rect">
            <a:avLst/>
          </a:prstGeom>
          <a:solidFill>
            <a:schemeClr val="lt1">
              <a:alpha val="10196"/>
            </a:schemeClr>
          </a:solidFill>
          <a:ln cap="flat" cmpd="sng" w="152400">
            <a:solidFill>
              <a:srgbClr val="143355">
                <a:alpha val="10196"/>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35" name="Google Shape;35;p3"/>
          <p:cNvSpPr txBox="1"/>
          <p:nvPr>
            <p:ph idx="9" type="body"/>
          </p:nvPr>
        </p:nvSpPr>
        <p:spPr>
          <a:xfrm>
            <a:off x="5590019" y="4320833"/>
            <a:ext cx="1080000" cy="612000"/>
          </a:xfrm>
          <a:prstGeom prst="rect">
            <a:avLst/>
          </a:prstGeom>
          <a:noFill/>
          <a:ln>
            <a:noFill/>
          </a:ln>
        </p:spPr>
        <p:txBody>
          <a:bodyPr anchorCtr="0" anchor="ctr" bIns="0" lIns="0" spcFirstLastPara="1" rIns="0" wrap="square" tIns="0">
            <a:noAutofit/>
          </a:bodyPr>
          <a:lstStyle>
            <a:lvl1pPr indent="-228600" lvl="0" marL="457200" algn="ctr">
              <a:lnSpc>
                <a:spcPct val="90000"/>
              </a:lnSpc>
              <a:spcBef>
                <a:spcPts val="1000"/>
              </a:spcBef>
              <a:spcAft>
                <a:spcPts val="0"/>
              </a:spcAft>
              <a:buClr>
                <a:srgbClr val="8FDCBB"/>
              </a:buClr>
              <a:buSzPts val="7200"/>
              <a:buFont typeface="Space Grotesk SemiBold"/>
              <a:buNone/>
              <a:defRPr sz="7200">
                <a:solidFill>
                  <a:srgbClr val="8FDCBB"/>
                </a:solidFill>
                <a:latin typeface="Space Grotesk SemiBold"/>
                <a:ea typeface="Space Grotesk SemiBold"/>
                <a:cs typeface="Space Grotesk SemiBold"/>
                <a:sym typeface="Space Grotesk SemiBold"/>
              </a:defRPr>
            </a:lvl1pPr>
            <a:lvl2pPr indent="-228600" lvl="1" marL="914400" algn="l">
              <a:lnSpc>
                <a:spcPct val="90000"/>
              </a:lnSpc>
              <a:spcBef>
                <a:spcPts val="500"/>
              </a:spcBef>
              <a:spcAft>
                <a:spcPts val="0"/>
              </a:spcAft>
              <a:buClr>
                <a:schemeClr val="dk1"/>
              </a:buClr>
              <a:buSzPts val="2400"/>
              <a:buFont typeface="Space Grotesk"/>
              <a:buNone/>
              <a:defRPr/>
            </a:lvl2pPr>
            <a:lvl3pPr indent="-228600" lvl="2" marL="1371600" algn="l">
              <a:lnSpc>
                <a:spcPct val="90000"/>
              </a:lnSpc>
              <a:spcBef>
                <a:spcPts val="500"/>
              </a:spcBef>
              <a:spcAft>
                <a:spcPts val="0"/>
              </a:spcAft>
              <a:buClr>
                <a:schemeClr val="dk1"/>
              </a:buClr>
              <a:buSzPts val="2000"/>
              <a:buFont typeface="Space Grotesk"/>
              <a:buNone/>
              <a:defRPr/>
            </a:lvl3pPr>
            <a:lvl4pPr indent="-228600" lvl="3" marL="1828800" algn="l">
              <a:lnSpc>
                <a:spcPct val="90000"/>
              </a:lnSpc>
              <a:spcBef>
                <a:spcPts val="500"/>
              </a:spcBef>
              <a:spcAft>
                <a:spcPts val="0"/>
              </a:spcAft>
              <a:buClr>
                <a:schemeClr val="dk1"/>
              </a:buClr>
              <a:buSzPts val="1800"/>
              <a:buFont typeface="Space Grotesk"/>
              <a:buNone/>
              <a:defRPr/>
            </a:lvl4pPr>
            <a:lvl5pPr indent="-228600" lvl="4" marL="2286000" algn="l">
              <a:lnSpc>
                <a:spcPct val="90000"/>
              </a:lnSpc>
              <a:spcBef>
                <a:spcPts val="500"/>
              </a:spcBef>
              <a:spcAft>
                <a:spcPts val="0"/>
              </a:spcAft>
              <a:buClr>
                <a:schemeClr val="dk1"/>
              </a:buClr>
              <a:buSzPts val="1800"/>
              <a:buFont typeface="Space Grotesk"/>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3"/>
          <p:cNvSpPr txBox="1"/>
          <p:nvPr>
            <p:ph idx="13" type="body"/>
          </p:nvPr>
        </p:nvSpPr>
        <p:spPr>
          <a:xfrm>
            <a:off x="4600019" y="4945333"/>
            <a:ext cx="3060000" cy="720000"/>
          </a:xfrm>
          <a:prstGeom prst="rect">
            <a:avLst/>
          </a:prstGeom>
          <a:solidFill>
            <a:schemeClr val="lt1"/>
          </a:solidFill>
          <a:ln>
            <a:noFill/>
          </a:ln>
        </p:spPr>
        <p:txBody>
          <a:bodyPr anchorCtr="0" anchor="ctr" bIns="45700" lIns="91425" spcFirstLastPara="1" rIns="91425" wrap="square" tIns="45700">
            <a:noAutofit/>
          </a:bodyPr>
          <a:lstStyle>
            <a:lvl1pPr indent="-228600" lvl="0" marL="457200" algn="ctr">
              <a:lnSpc>
                <a:spcPct val="90000"/>
              </a:lnSpc>
              <a:spcBef>
                <a:spcPts val="0"/>
              </a:spcBef>
              <a:spcAft>
                <a:spcPts val="0"/>
              </a:spcAft>
              <a:buClr>
                <a:srgbClr val="8FDCBB"/>
              </a:buClr>
              <a:buSzPts val="1200"/>
              <a:buNone/>
              <a:defRPr b="0" sz="1200">
                <a:solidFill>
                  <a:srgbClr val="8FDCBB"/>
                </a:solidFill>
                <a:latin typeface="Space Grotesk SemiBold"/>
                <a:ea typeface="Space Grotesk SemiBold"/>
                <a:cs typeface="Space Grotesk SemiBold"/>
                <a:sym typeface="Space Grotesk SemiBold"/>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7" name="Google Shape;37;p3"/>
          <p:cNvSpPr/>
          <p:nvPr/>
        </p:nvSpPr>
        <p:spPr>
          <a:xfrm rot="2700000">
            <a:off x="8679234" y="4188345"/>
            <a:ext cx="1620000" cy="1620000"/>
          </a:xfrm>
          <a:prstGeom prst="rect">
            <a:avLst/>
          </a:prstGeom>
          <a:solidFill>
            <a:schemeClr val="lt1">
              <a:alpha val="10196"/>
            </a:schemeClr>
          </a:solidFill>
          <a:ln cap="flat" cmpd="sng" w="152400">
            <a:solidFill>
              <a:srgbClr val="143355">
                <a:alpha val="10196"/>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38" name="Google Shape;38;p3"/>
          <p:cNvSpPr txBox="1"/>
          <p:nvPr>
            <p:ph idx="14" type="body"/>
          </p:nvPr>
        </p:nvSpPr>
        <p:spPr>
          <a:xfrm>
            <a:off x="8949234" y="4320833"/>
            <a:ext cx="1080000" cy="612000"/>
          </a:xfrm>
          <a:prstGeom prst="rect">
            <a:avLst/>
          </a:prstGeom>
          <a:noFill/>
          <a:ln>
            <a:noFill/>
          </a:ln>
        </p:spPr>
        <p:txBody>
          <a:bodyPr anchorCtr="0" anchor="ctr" bIns="0" lIns="0" spcFirstLastPara="1" rIns="0" wrap="square" tIns="0">
            <a:noAutofit/>
          </a:bodyPr>
          <a:lstStyle>
            <a:lvl1pPr indent="-228600" lvl="0" marL="457200" algn="ctr">
              <a:lnSpc>
                <a:spcPct val="90000"/>
              </a:lnSpc>
              <a:spcBef>
                <a:spcPts val="1000"/>
              </a:spcBef>
              <a:spcAft>
                <a:spcPts val="0"/>
              </a:spcAft>
              <a:buClr>
                <a:srgbClr val="F5443A"/>
              </a:buClr>
              <a:buSzPts val="7200"/>
              <a:buFont typeface="Space Grotesk SemiBold"/>
              <a:buNone/>
              <a:defRPr sz="7200">
                <a:solidFill>
                  <a:srgbClr val="F5443A"/>
                </a:solidFill>
                <a:latin typeface="Space Grotesk SemiBold"/>
                <a:ea typeface="Space Grotesk SemiBold"/>
                <a:cs typeface="Space Grotesk SemiBold"/>
                <a:sym typeface="Space Grotesk SemiBold"/>
              </a:defRPr>
            </a:lvl1pPr>
            <a:lvl2pPr indent="-228600" lvl="1" marL="914400" algn="l">
              <a:lnSpc>
                <a:spcPct val="90000"/>
              </a:lnSpc>
              <a:spcBef>
                <a:spcPts val="500"/>
              </a:spcBef>
              <a:spcAft>
                <a:spcPts val="0"/>
              </a:spcAft>
              <a:buClr>
                <a:schemeClr val="dk1"/>
              </a:buClr>
              <a:buSzPts val="2400"/>
              <a:buFont typeface="Space Grotesk"/>
              <a:buNone/>
              <a:defRPr/>
            </a:lvl2pPr>
            <a:lvl3pPr indent="-228600" lvl="2" marL="1371600" algn="l">
              <a:lnSpc>
                <a:spcPct val="90000"/>
              </a:lnSpc>
              <a:spcBef>
                <a:spcPts val="500"/>
              </a:spcBef>
              <a:spcAft>
                <a:spcPts val="0"/>
              </a:spcAft>
              <a:buClr>
                <a:schemeClr val="dk1"/>
              </a:buClr>
              <a:buSzPts val="2000"/>
              <a:buFont typeface="Space Grotesk"/>
              <a:buNone/>
              <a:defRPr/>
            </a:lvl3pPr>
            <a:lvl4pPr indent="-228600" lvl="3" marL="1828800" algn="l">
              <a:lnSpc>
                <a:spcPct val="90000"/>
              </a:lnSpc>
              <a:spcBef>
                <a:spcPts val="500"/>
              </a:spcBef>
              <a:spcAft>
                <a:spcPts val="0"/>
              </a:spcAft>
              <a:buClr>
                <a:schemeClr val="dk1"/>
              </a:buClr>
              <a:buSzPts val="1800"/>
              <a:buFont typeface="Space Grotesk"/>
              <a:buNone/>
              <a:defRPr/>
            </a:lvl4pPr>
            <a:lvl5pPr indent="-228600" lvl="4" marL="2286000" algn="l">
              <a:lnSpc>
                <a:spcPct val="90000"/>
              </a:lnSpc>
              <a:spcBef>
                <a:spcPts val="500"/>
              </a:spcBef>
              <a:spcAft>
                <a:spcPts val="0"/>
              </a:spcAft>
              <a:buClr>
                <a:schemeClr val="dk1"/>
              </a:buClr>
              <a:buSzPts val="1800"/>
              <a:buFont typeface="Space Grotesk"/>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3"/>
          <p:cNvSpPr txBox="1"/>
          <p:nvPr>
            <p:ph idx="15" type="body"/>
          </p:nvPr>
        </p:nvSpPr>
        <p:spPr>
          <a:xfrm>
            <a:off x="7959234" y="4945333"/>
            <a:ext cx="3060000" cy="720000"/>
          </a:xfrm>
          <a:prstGeom prst="rect">
            <a:avLst/>
          </a:prstGeom>
          <a:solidFill>
            <a:schemeClr val="lt1"/>
          </a:solidFill>
          <a:ln>
            <a:noFill/>
          </a:ln>
        </p:spPr>
        <p:txBody>
          <a:bodyPr anchorCtr="0" anchor="ctr" bIns="45700" lIns="91425" spcFirstLastPara="1" rIns="91425" wrap="square" tIns="45700">
            <a:noAutofit/>
          </a:bodyPr>
          <a:lstStyle>
            <a:lvl1pPr indent="-228600" lvl="0" marL="457200" algn="ctr">
              <a:lnSpc>
                <a:spcPct val="90000"/>
              </a:lnSpc>
              <a:spcBef>
                <a:spcPts val="0"/>
              </a:spcBef>
              <a:spcAft>
                <a:spcPts val="0"/>
              </a:spcAft>
              <a:buClr>
                <a:srgbClr val="F5443A"/>
              </a:buClr>
              <a:buSzPts val="1200"/>
              <a:buNone/>
              <a:defRPr b="0" sz="1200">
                <a:solidFill>
                  <a:srgbClr val="F5443A"/>
                </a:solidFill>
                <a:latin typeface="Space Grotesk SemiBold"/>
                <a:ea typeface="Space Grotesk SemiBold"/>
                <a:cs typeface="Space Grotesk SemiBold"/>
                <a:sym typeface="Space Grotesk SemiBold"/>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re et contenu">
  <p:cSld name="1_Titre et contenu">
    <p:spTree>
      <p:nvGrpSpPr>
        <p:cNvPr id="40" name="Shape 40"/>
        <p:cNvGrpSpPr/>
        <p:nvPr/>
      </p:nvGrpSpPr>
      <p:grpSpPr>
        <a:xfrm>
          <a:off x="0" y="0"/>
          <a:ext cx="0" cy="0"/>
          <a:chOff x="0" y="0"/>
          <a:chExt cx="0" cy="0"/>
        </a:xfrm>
      </p:grpSpPr>
      <p:sp>
        <p:nvSpPr>
          <p:cNvPr id="41" name="Google Shape;41;p4"/>
          <p:cNvSpPr txBox="1"/>
          <p:nvPr>
            <p:ph type="title"/>
          </p:nvPr>
        </p:nvSpPr>
        <p:spPr>
          <a:xfrm>
            <a:off x="1008000" y="365125"/>
            <a:ext cx="100800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000"/>
              <a:buFont typeface="Space Grotesk SemiBold"/>
              <a:buNone/>
              <a:defRPr sz="4000">
                <a:latin typeface="Space Grotesk SemiBold"/>
                <a:ea typeface="Space Grotesk SemiBold"/>
                <a:cs typeface="Space Grotesk SemiBold"/>
                <a:sym typeface="Space Grotesk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4"/>
          <p:cNvSpPr txBox="1"/>
          <p:nvPr>
            <p:ph idx="1" type="body"/>
          </p:nvPr>
        </p:nvSpPr>
        <p:spPr>
          <a:xfrm>
            <a:off x="1007999" y="1825625"/>
            <a:ext cx="100800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Space Grotesk Medium"/>
                <a:ea typeface="Space Grotesk Medium"/>
                <a:cs typeface="Space Grotesk Medium"/>
                <a:sym typeface="Space Grotesk Medium"/>
              </a:defRPr>
            </a:lvl1pPr>
            <a:lvl2pPr indent="-381000" lvl="1" marL="914400" algn="l">
              <a:lnSpc>
                <a:spcPct val="90000"/>
              </a:lnSpc>
              <a:spcBef>
                <a:spcPts val="500"/>
              </a:spcBef>
              <a:spcAft>
                <a:spcPts val="0"/>
              </a:spcAft>
              <a:buClr>
                <a:schemeClr val="dk1"/>
              </a:buClr>
              <a:buSzPts val="2400"/>
              <a:buChar char="•"/>
              <a:defRPr>
                <a:latin typeface="Space Grotesk"/>
                <a:ea typeface="Space Grotesk"/>
                <a:cs typeface="Space Grotesk"/>
                <a:sym typeface="Space Grotesk"/>
              </a:defRPr>
            </a:lvl2pPr>
            <a:lvl3pPr indent="-355600" lvl="2" marL="1371600" algn="l">
              <a:lnSpc>
                <a:spcPct val="90000"/>
              </a:lnSpc>
              <a:spcBef>
                <a:spcPts val="500"/>
              </a:spcBef>
              <a:spcAft>
                <a:spcPts val="0"/>
              </a:spcAft>
              <a:buClr>
                <a:schemeClr val="dk1"/>
              </a:buClr>
              <a:buSzPts val="2000"/>
              <a:buChar char="•"/>
              <a:defRPr>
                <a:latin typeface="Space Grotesk"/>
                <a:ea typeface="Space Grotesk"/>
                <a:cs typeface="Space Grotesk"/>
                <a:sym typeface="Space Grotesk"/>
              </a:defRPr>
            </a:lvl3pPr>
            <a:lvl4pPr indent="-342900" lvl="3" marL="18288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4pPr>
            <a:lvl5pPr indent="-342900" lvl="4" marL="22860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43" name="Google Shape;43;p4"/>
          <p:cNvPicPr preferRelativeResize="0"/>
          <p:nvPr/>
        </p:nvPicPr>
        <p:blipFill rotWithShape="1">
          <a:blip r:embed="rId2">
            <a:alphaModFix/>
          </a:blip>
          <a:srcRect b="0" l="0" r="0" t="0"/>
          <a:stretch/>
        </p:blipFill>
        <p:spPr>
          <a:xfrm>
            <a:off x="11160000" y="5580000"/>
            <a:ext cx="726279" cy="1005354"/>
          </a:xfrm>
          <a:prstGeom prst="rect">
            <a:avLst/>
          </a:prstGeom>
          <a:noFill/>
          <a:ln>
            <a:noFill/>
          </a:ln>
        </p:spPr>
      </p:pic>
      <p:sp>
        <p:nvSpPr>
          <p:cNvPr id="44" name="Google Shape;44;p4"/>
          <p:cNvSpPr/>
          <p:nvPr/>
        </p:nvSpPr>
        <p:spPr>
          <a:xfrm rot="2700000">
            <a:off x="-355264" y="3069000"/>
            <a:ext cx="720201" cy="720000"/>
          </a:xfrm>
          <a:prstGeom prst="rect">
            <a:avLst/>
          </a:prstGeom>
          <a:solidFill>
            <a:srgbClr val="143355"/>
          </a:solidFill>
          <a:ln cap="flat" cmpd="sng" w="12700">
            <a:solidFill>
              <a:schemeClr val="lt1">
                <a:alpha val="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RE DE CHAPITRE">
  <p:cSld name="1_TITRE DE CHAPITRE">
    <p:spTree>
      <p:nvGrpSpPr>
        <p:cNvPr id="45" name="Shape 45"/>
        <p:cNvGrpSpPr/>
        <p:nvPr/>
      </p:nvGrpSpPr>
      <p:grpSpPr>
        <a:xfrm>
          <a:off x="0" y="0"/>
          <a:ext cx="0" cy="0"/>
          <a:chOff x="0" y="0"/>
          <a:chExt cx="0" cy="0"/>
        </a:xfrm>
      </p:grpSpPr>
      <p:sp>
        <p:nvSpPr>
          <p:cNvPr id="46" name="Google Shape;46;p5"/>
          <p:cNvSpPr/>
          <p:nvPr/>
        </p:nvSpPr>
        <p:spPr>
          <a:xfrm rot="2700000">
            <a:off x="1556856" y="1809000"/>
            <a:ext cx="3240000" cy="3240000"/>
          </a:xfrm>
          <a:prstGeom prst="rect">
            <a:avLst/>
          </a:prstGeom>
          <a:solidFill>
            <a:schemeClr val="lt1"/>
          </a:solidFill>
          <a:ln cap="flat" cmpd="sng" w="304800">
            <a:solidFill>
              <a:srgbClr val="143355">
                <a:alpha val="10196"/>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pic>
        <p:nvPicPr>
          <p:cNvPr id="47" name="Google Shape;47;p5"/>
          <p:cNvPicPr preferRelativeResize="0"/>
          <p:nvPr/>
        </p:nvPicPr>
        <p:blipFill rotWithShape="1">
          <a:blip r:embed="rId2">
            <a:alphaModFix/>
          </a:blip>
          <a:srcRect b="0" l="0" r="0" t="0"/>
          <a:stretch/>
        </p:blipFill>
        <p:spPr>
          <a:xfrm>
            <a:off x="11160000" y="5580000"/>
            <a:ext cx="726279" cy="1005354"/>
          </a:xfrm>
          <a:prstGeom prst="rect">
            <a:avLst/>
          </a:prstGeom>
          <a:noFill/>
          <a:ln>
            <a:noFill/>
          </a:ln>
        </p:spPr>
      </p:pic>
      <p:sp>
        <p:nvSpPr>
          <p:cNvPr id="48" name="Google Shape;48;p5"/>
          <p:cNvSpPr/>
          <p:nvPr/>
        </p:nvSpPr>
        <p:spPr>
          <a:xfrm>
            <a:off x="0" y="3429000"/>
            <a:ext cx="5832909" cy="1260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Space Grotesk"/>
              <a:ea typeface="Space Grotesk"/>
              <a:cs typeface="Space Grotesk"/>
              <a:sym typeface="Space Grotesk"/>
            </a:endParaRPr>
          </a:p>
        </p:txBody>
      </p:sp>
      <p:sp>
        <p:nvSpPr>
          <p:cNvPr id="49" name="Google Shape;49;p5"/>
          <p:cNvSpPr/>
          <p:nvPr/>
        </p:nvSpPr>
        <p:spPr>
          <a:xfrm rot="2700000">
            <a:off x="-555598" y="2889000"/>
            <a:ext cx="1080000" cy="1080000"/>
          </a:xfrm>
          <a:prstGeom prst="rect">
            <a:avLst/>
          </a:prstGeom>
          <a:solidFill>
            <a:srgbClr val="143355"/>
          </a:solidFill>
          <a:ln cap="flat" cmpd="sng" w="12700">
            <a:solidFill>
              <a:schemeClr val="lt1">
                <a:alpha val="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50" name="Google Shape;50;p5"/>
          <p:cNvSpPr txBox="1"/>
          <p:nvPr>
            <p:ph idx="1" type="body"/>
          </p:nvPr>
        </p:nvSpPr>
        <p:spPr>
          <a:xfrm>
            <a:off x="615132" y="3429000"/>
            <a:ext cx="10961735" cy="1260000"/>
          </a:xfrm>
          <a:prstGeom prst="rect">
            <a:avLst/>
          </a:prstGeom>
          <a:noFill/>
          <a:ln>
            <a:noFill/>
          </a:ln>
        </p:spPr>
        <p:txBody>
          <a:bodyPr anchorCtr="0" anchor="ctr" bIns="108000" lIns="720000" spcFirstLastPara="1" rIns="0" wrap="square" tIns="108000">
            <a:noAutofit/>
          </a:bodyPr>
          <a:lstStyle>
            <a:lvl1pPr indent="-228600" lvl="0" marL="457200" algn="l">
              <a:lnSpc>
                <a:spcPct val="90000"/>
              </a:lnSpc>
              <a:spcBef>
                <a:spcPts val="0"/>
              </a:spcBef>
              <a:spcAft>
                <a:spcPts val="0"/>
              </a:spcAft>
              <a:buClr>
                <a:srgbClr val="143355"/>
              </a:buClr>
              <a:buSzPts val="3600"/>
              <a:buNone/>
              <a:defRPr sz="3600">
                <a:solidFill>
                  <a:srgbClr val="143355"/>
                </a:solidFill>
                <a:latin typeface="Space Grotesk SemiBold"/>
                <a:ea typeface="Space Grotesk SemiBold"/>
                <a:cs typeface="Space Grotesk SemiBold"/>
                <a:sym typeface="Space Grotesk SemiBold"/>
              </a:defRPr>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5"/>
          <p:cNvSpPr txBox="1"/>
          <p:nvPr>
            <p:ph idx="2" type="body"/>
          </p:nvPr>
        </p:nvSpPr>
        <p:spPr>
          <a:xfrm>
            <a:off x="2096856" y="1692088"/>
            <a:ext cx="2160000" cy="14400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rgbClr val="143355"/>
              </a:buClr>
              <a:buSzPts val="13000"/>
              <a:buNone/>
              <a:defRPr sz="13000">
                <a:solidFill>
                  <a:srgbClr val="143355"/>
                </a:solidFill>
                <a:latin typeface="Space Grotesk SemiBold"/>
                <a:ea typeface="Space Grotesk SemiBold"/>
                <a:cs typeface="Space Grotesk SemiBold"/>
                <a:sym typeface="Space Grotesk Semi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RE DE CHAPITRE">
  <p:cSld name="2_TITRE DE CHAPITRE">
    <p:spTree>
      <p:nvGrpSpPr>
        <p:cNvPr id="52" name="Shape 52"/>
        <p:cNvGrpSpPr/>
        <p:nvPr/>
      </p:nvGrpSpPr>
      <p:grpSpPr>
        <a:xfrm>
          <a:off x="0" y="0"/>
          <a:ext cx="0" cy="0"/>
          <a:chOff x="0" y="0"/>
          <a:chExt cx="0" cy="0"/>
        </a:xfrm>
      </p:grpSpPr>
      <p:pic>
        <p:nvPicPr>
          <p:cNvPr id="53" name="Google Shape;53;p6"/>
          <p:cNvPicPr preferRelativeResize="0"/>
          <p:nvPr/>
        </p:nvPicPr>
        <p:blipFill rotWithShape="1">
          <a:blip r:embed="rId2">
            <a:alphaModFix/>
          </a:blip>
          <a:srcRect b="0" l="0" r="0" t="0"/>
          <a:stretch/>
        </p:blipFill>
        <p:spPr>
          <a:xfrm>
            <a:off x="11160000" y="5580000"/>
            <a:ext cx="726279" cy="1005354"/>
          </a:xfrm>
          <a:prstGeom prst="rect">
            <a:avLst/>
          </a:prstGeom>
          <a:noFill/>
          <a:ln>
            <a:noFill/>
          </a:ln>
        </p:spPr>
      </p:pic>
      <p:sp>
        <p:nvSpPr>
          <p:cNvPr id="54" name="Google Shape;54;p6"/>
          <p:cNvSpPr/>
          <p:nvPr/>
        </p:nvSpPr>
        <p:spPr>
          <a:xfrm rot="2700000">
            <a:off x="1556856" y="1809000"/>
            <a:ext cx="3240000" cy="3240000"/>
          </a:xfrm>
          <a:prstGeom prst="rect">
            <a:avLst/>
          </a:prstGeom>
          <a:solidFill>
            <a:schemeClr val="lt1"/>
          </a:solidFill>
          <a:ln cap="flat" cmpd="sng" w="304800">
            <a:solidFill>
              <a:srgbClr val="143355">
                <a:alpha val="10196"/>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55" name="Google Shape;55;p6"/>
          <p:cNvSpPr/>
          <p:nvPr/>
        </p:nvSpPr>
        <p:spPr>
          <a:xfrm>
            <a:off x="0" y="3429000"/>
            <a:ext cx="5832909" cy="1260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Space Grotesk"/>
              <a:ea typeface="Space Grotesk"/>
              <a:cs typeface="Space Grotesk"/>
              <a:sym typeface="Space Grotesk"/>
            </a:endParaRPr>
          </a:p>
        </p:txBody>
      </p:sp>
      <p:sp>
        <p:nvSpPr>
          <p:cNvPr id="56" name="Google Shape;56;p6"/>
          <p:cNvSpPr/>
          <p:nvPr/>
        </p:nvSpPr>
        <p:spPr>
          <a:xfrm rot="2700000">
            <a:off x="-555598" y="2889000"/>
            <a:ext cx="1080000" cy="1080000"/>
          </a:xfrm>
          <a:prstGeom prst="rect">
            <a:avLst/>
          </a:prstGeom>
          <a:solidFill>
            <a:srgbClr val="0038D5"/>
          </a:solidFill>
          <a:ln cap="flat" cmpd="sng" w="12700">
            <a:solidFill>
              <a:schemeClr val="lt1">
                <a:alpha val="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57" name="Google Shape;57;p6"/>
          <p:cNvSpPr txBox="1"/>
          <p:nvPr>
            <p:ph idx="1" type="body"/>
          </p:nvPr>
        </p:nvSpPr>
        <p:spPr>
          <a:xfrm>
            <a:off x="615132" y="3429000"/>
            <a:ext cx="10961735" cy="1260000"/>
          </a:xfrm>
          <a:prstGeom prst="rect">
            <a:avLst/>
          </a:prstGeom>
          <a:noFill/>
          <a:ln>
            <a:noFill/>
          </a:ln>
        </p:spPr>
        <p:txBody>
          <a:bodyPr anchorCtr="0" anchor="ctr" bIns="108000" lIns="720000" spcFirstLastPara="1" rIns="0" wrap="square" tIns="108000">
            <a:noAutofit/>
          </a:bodyPr>
          <a:lstStyle>
            <a:lvl1pPr indent="-228600" lvl="0" marL="457200" algn="l">
              <a:lnSpc>
                <a:spcPct val="90000"/>
              </a:lnSpc>
              <a:spcBef>
                <a:spcPts val="0"/>
              </a:spcBef>
              <a:spcAft>
                <a:spcPts val="0"/>
              </a:spcAft>
              <a:buClr>
                <a:srgbClr val="0038D5"/>
              </a:buClr>
              <a:buSzPts val="3600"/>
              <a:buNone/>
              <a:defRPr sz="3600">
                <a:solidFill>
                  <a:srgbClr val="0038D5"/>
                </a:solidFill>
                <a:latin typeface="Space Grotesk SemiBold"/>
                <a:ea typeface="Space Grotesk SemiBold"/>
                <a:cs typeface="Space Grotesk SemiBold"/>
                <a:sym typeface="Space Grotesk SemiBold"/>
              </a:defRPr>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6"/>
          <p:cNvSpPr txBox="1"/>
          <p:nvPr>
            <p:ph idx="2" type="body"/>
          </p:nvPr>
        </p:nvSpPr>
        <p:spPr>
          <a:xfrm>
            <a:off x="2096856" y="1692088"/>
            <a:ext cx="2160000" cy="14400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rgbClr val="0038D5"/>
              </a:buClr>
              <a:buSzPts val="13000"/>
              <a:buNone/>
              <a:defRPr sz="13000">
                <a:solidFill>
                  <a:srgbClr val="0038D5"/>
                </a:solidFill>
                <a:latin typeface="Space Grotesk SemiBold"/>
                <a:ea typeface="Space Grotesk SemiBold"/>
                <a:cs typeface="Space Grotesk SemiBold"/>
                <a:sym typeface="Space Grotesk Semi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re et contenu">
  <p:cSld name="2_Titre et contenu">
    <p:spTree>
      <p:nvGrpSpPr>
        <p:cNvPr id="59" name="Shape 59"/>
        <p:cNvGrpSpPr/>
        <p:nvPr/>
      </p:nvGrpSpPr>
      <p:grpSpPr>
        <a:xfrm>
          <a:off x="0" y="0"/>
          <a:ext cx="0" cy="0"/>
          <a:chOff x="0" y="0"/>
          <a:chExt cx="0" cy="0"/>
        </a:xfrm>
      </p:grpSpPr>
      <p:sp>
        <p:nvSpPr>
          <p:cNvPr id="60" name="Google Shape;60;p7"/>
          <p:cNvSpPr txBox="1"/>
          <p:nvPr>
            <p:ph type="title"/>
          </p:nvPr>
        </p:nvSpPr>
        <p:spPr>
          <a:xfrm>
            <a:off x="1008000" y="365125"/>
            <a:ext cx="100800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000"/>
              <a:buFont typeface="Space Grotesk SemiBold"/>
              <a:buNone/>
              <a:defRPr>
                <a:latin typeface="Space Grotesk SemiBold"/>
                <a:ea typeface="Space Grotesk SemiBold"/>
                <a:cs typeface="Space Grotesk SemiBold"/>
                <a:sym typeface="Space Grotesk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61" name="Google Shape;61;p7"/>
          <p:cNvPicPr preferRelativeResize="0"/>
          <p:nvPr/>
        </p:nvPicPr>
        <p:blipFill rotWithShape="1">
          <a:blip r:embed="rId2">
            <a:alphaModFix/>
          </a:blip>
          <a:srcRect b="0" l="0" r="0" t="0"/>
          <a:stretch/>
        </p:blipFill>
        <p:spPr>
          <a:xfrm>
            <a:off x="11160000" y="5580000"/>
            <a:ext cx="726279" cy="1005354"/>
          </a:xfrm>
          <a:prstGeom prst="rect">
            <a:avLst/>
          </a:prstGeom>
          <a:noFill/>
          <a:ln>
            <a:noFill/>
          </a:ln>
        </p:spPr>
      </p:pic>
      <p:sp>
        <p:nvSpPr>
          <p:cNvPr id="62" name="Google Shape;62;p7"/>
          <p:cNvSpPr/>
          <p:nvPr/>
        </p:nvSpPr>
        <p:spPr>
          <a:xfrm rot="2700000">
            <a:off x="-355264" y="3069000"/>
            <a:ext cx="720201" cy="720000"/>
          </a:xfrm>
          <a:prstGeom prst="rect">
            <a:avLst/>
          </a:prstGeom>
          <a:solidFill>
            <a:srgbClr val="0038D5"/>
          </a:solidFill>
          <a:ln cap="flat" cmpd="sng" w="12700">
            <a:solidFill>
              <a:schemeClr val="lt1">
                <a:alpha val="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63" name="Google Shape;63;p7"/>
          <p:cNvSpPr txBox="1"/>
          <p:nvPr>
            <p:ph idx="1" type="body"/>
          </p:nvPr>
        </p:nvSpPr>
        <p:spPr>
          <a:xfrm>
            <a:off x="1007999" y="1825625"/>
            <a:ext cx="100800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Space Grotesk Medium"/>
                <a:ea typeface="Space Grotesk Medium"/>
                <a:cs typeface="Space Grotesk Medium"/>
                <a:sym typeface="Space Grotesk Medium"/>
              </a:defRPr>
            </a:lvl1pPr>
            <a:lvl2pPr indent="-381000" lvl="1" marL="914400" algn="l">
              <a:lnSpc>
                <a:spcPct val="90000"/>
              </a:lnSpc>
              <a:spcBef>
                <a:spcPts val="500"/>
              </a:spcBef>
              <a:spcAft>
                <a:spcPts val="0"/>
              </a:spcAft>
              <a:buClr>
                <a:schemeClr val="dk1"/>
              </a:buClr>
              <a:buSzPts val="2400"/>
              <a:buChar char="•"/>
              <a:defRPr>
                <a:latin typeface="Space Grotesk"/>
                <a:ea typeface="Space Grotesk"/>
                <a:cs typeface="Space Grotesk"/>
                <a:sym typeface="Space Grotesk"/>
              </a:defRPr>
            </a:lvl2pPr>
            <a:lvl3pPr indent="-355600" lvl="2" marL="1371600" algn="l">
              <a:lnSpc>
                <a:spcPct val="90000"/>
              </a:lnSpc>
              <a:spcBef>
                <a:spcPts val="500"/>
              </a:spcBef>
              <a:spcAft>
                <a:spcPts val="0"/>
              </a:spcAft>
              <a:buClr>
                <a:schemeClr val="dk1"/>
              </a:buClr>
              <a:buSzPts val="2000"/>
              <a:buChar char="•"/>
              <a:defRPr>
                <a:latin typeface="Space Grotesk"/>
                <a:ea typeface="Space Grotesk"/>
                <a:cs typeface="Space Grotesk"/>
                <a:sym typeface="Space Grotesk"/>
              </a:defRPr>
            </a:lvl3pPr>
            <a:lvl4pPr indent="-342900" lvl="3" marL="18288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4pPr>
            <a:lvl5pPr indent="-342900" lvl="4" marL="22860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RE DE CHAPITRE">
  <p:cSld name="3_TITRE DE CHAPITRE">
    <p:spTree>
      <p:nvGrpSpPr>
        <p:cNvPr id="64" name="Shape 64"/>
        <p:cNvGrpSpPr/>
        <p:nvPr/>
      </p:nvGrpSpPr>
      <p:grpSpPr>
        <a:xfrm>
          <a:off x="0" y="0"/>
          <a:ext cx="0" cy="0"/>
          <a:chOff x="0" y="0"/>
          <a:chExt cx="0" cy="0"/>
        </a:xfrm>
      </p:grpSpPr>
      <p:sp>
        <p:nvSpPr>
          <p:cNvPr id="65" name="Google Shape;65;p8"/>
          <p:cNvSpPr/>
          <p:nvPr/>
        </p:nvSpPr>
        <p:spPr>
          <a:xfrm rot="2700000">
            <a:off x="1556856" y="1809000"/>
            <a:ext cx="3240000" cy="3240000"/>
          </a:xfrm>
          <a:prstGeom prst="rect">
            <a:avLst/>
          </a:prstGeom>
          <a:solidFill>
            <a:schemeClr val="lt1"/>
          </a:solidFill>
          <a:ln cap="flat" cmpd="sng" w="304800">
            <a:solidFill>
              <a:srgbClr val="143355">
                <a:alpha val="10196"/>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66" name="Google Shape;66;p8"/>
          <p:cNvSpPr/>
          <p:nvPr/>
        </p:nvSpPr>
        <p:spPr>
          <a:xfrm>
            <a:off x="0" y="3429000"/>
            <a:ext cx="5832909" cy="1260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Space Grotesk"/>
              <a:ea typeface="Space Grotesk"/>
              <a:cs typeface="Space Grotesk"/>
              <a:sym typeface="Space Grotesk"/>
            </a:endParaRPr>
          </a:p>
        </p:txBody>
      </p:sp>
      <p:sp>
        <p:nvSpPr>
          <p:cNvPr id="67" name="Google Shape;67;p8"/>
          <p:cNvSpPr/>
          <p:nvPr/>
        </p:nvSpPr>
        <p:spPr>
          <a:xfrm rot="2700000">
            <a:off x="-555598" y="2889000"/>
            <a:ext cx="1080000" cy="1080000"/>
          </a:xfrm>
          <a:prstGeom prst="rect">
            <a:avLst/>
          </a:prstGeom>
          <a:solidFill>
            <a:srgbClr val="488BC9"/>
          </a:solidFill>
          <a:ln cap="flat" cmpd="sng" w="12700">
            <a:solidFill>
              <a:schemeClr val="lt1">
                <a:alpha val="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68" name="Google Shape;68;p8"/>
          <p:cNvSpPr txBox="1"/>
          <p:nvPr>
            <p:ph idx="1" type="body"/>
          </p:nvPr>
        </p:nvSpPr>
        <p:spPr>
          <a:xfrm>
            <a:off x="615132" y="3429000"/>
            <a:ext cx="10961735" cy="1260000"/>
          </a:xfrm>
          <a:prstGeom prst="rect">
            <a:avLst/>
          </a:prstGeom>
          <a:noFill/>
          <a:ln>
            <a:noFill/>
          </a:ln>
        </p:spPr>
        <p:txBody>
          <a:bodyPr anchorCtr="0" anchor="ctr" bIns="108000" lIns="720000" spcFirstLastPara="1" rIns="0" wrap="square" tIns="108000">
            <a:noAutofit/>
          </a:bodyPr>
          <a:lstStyle>
            <a:lvl1pPr indent="-228600" lvl="0" marL="457200" algn="l">
              <a:lnSpc>
                <a:spcPct val="90000"/>
              </a:lnSpc>
              <a:spcBef>
                <a:spcPts val="0"/>
              </a:spcBef>
              <a:spcAft>
                <a:spcPts val="0"/>
              </a:spcAft>
              <a:buClr>
                <a:srgbClr val="488BC9"/>
              </a:buClr>
              <a:buSzPts val="3600"/>
              <a:buNone/>
              <a:defRPr sz="3600">
                <a:solidFill>
                  <a:srgbClr val="488BC9"/>
                </a:solidFill>
                <a:latin typeface="Space Grotesk SemiBold"/>
                <a:ea typeface="Space Grotesk SemiBold"/>
                <a:cs typeface="Space Grotesk SemiBold"/>
                <a:sym typeface="Space Grotesk SemiBold"/>
              </a:defRPr>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8"/>
          <p:cNvSpPr txBox="1"/>
          <p:nvPr>
            <p:ph idx="2" type="body"/>
          </p:nvPr>
        </p:nvSpPr>
        <p:spPr>
          <a:xfrm>
            <a:off x="2096856" y="1692088"/>
            <a:ext cx="2160000" cy="14400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rgbClr val="488BC9"/>
              </a:buClr>
              <a:buSzPts val="13000"/>
              <a:buNone/>
              <a:defRPr sz="13000">
                <a:solidFill>
                  <a:srgbClr val="488BC9"/>
                </a:solidFill>
                <a:latin typeface="Space Grotesk SemiBold"/>
                <a:ea typeface="Space Grotesk SemiBold"/>
                <a:cs typeface="Space Grotesk SemiBold"/>
                <a:sym typeface="Space Grotesk Semi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70" name="Google Shape;70;p8"/>
          <p:cNvPicPr preferRelativeResize="0"/>
          <p:nvPr/>
        </p:nvPicPr>
        <p:blipFill rotWithShape="1">
          <a:blip r:embed="rId2">
            <a:alphaModFix/>
          </a:blip>
          <a:srcRect b="0" l="0" r="0" t="0"/>
          <a:stretch/>
        </p:blipFill>
        <p:spPr>
          <a:xfrm>
            <a:off x="11160000" y="5580000"/>
            <a:ext cx="726279" cy="1005354"/>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re et contenu">
  <p:cSld name="3_Titre et contenu">
    <p:spTree>
      <p:nvGrpSpPr>
        <p:cNvPr id="71" name="Shape 71"/>
        <p:cNvGrpSpPr/>
        <p:nvPr/>
      </p:nvGrpSpPr>
      <p:grpSpPr>
        <a:xfrm>
          <a:off x="0" y="0"/>
          <a:ext cx="0" cy="0"/>
          <a:chOff x="0" y="0"/>
          <a:chExt cx="0" cy="0"/>
        </a:xfrm>
      </p:grpSpPr>
      <p:sp>
        <p:nvSpPr>
          <p:cNvPr id="72" name="Google Shape;72;p9"/>
          <p:cNvSpPr txBox="1"/>
          <p:nvPr>
            <p:ph type="title"/>
          </p:nvPr>
        </p:nvSpPr>
        <p:spPr>
          <a:xfrm>
            <a:off x="1008000" y="365125"/>
            <a:ext cx="100800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000"/>
              <a:buFont typeface="Space Grotesk SemiBold"/>
              <a:buNone/>
              <a:defRPr>
                <a:latin typeface="Space Grotesk SemiBold"/>
                <a:ea typeface="Space Grotesk SemiBold"/>
                <a:cs typeface="Space Grotesk SemiBold"/>
                <a:sym typeface="Space Grotesk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73" name="Google Shape;73;p9"/>
          <p:cNvPicPr preferRelativeResize="0"/>
          <p:nvPr/>
        </p:nvPicPr>
        <p:blipFill rotWithShape="1">
          <a:blip r:embed="rId2">
            <a:alphaModFix/>
          </a:blip>
          <a:srcRect b="0" l="0" r="0" t="0"/>
          <a:stretch/>
        </p:blipFill>
        <p:spPr>
          <a:xfrm>
            <a:off x="11160000" y="5580000"/>
            <a:ext cx="726279" cy="1005354"/>
          </a:xfrm>
          <a:prstGeom prst="rect">
            <a:avLst/>
          </a:prstGeom>
          <a:noFill/>
          <a:ln>
            <a:noFill/>
          </a:ln>
        </p:spPr>
      </p:pic>
      <p:sp>
        <p:nvSpPr>
          <p:cNvPr id="74" name="Google Shape;74;p9"/>
          <p:cNvSpPr/>
          <p:nvPr/>
        </p:nvSpPr>
        <p:spPr>
          <a:xfrm rot="2700000">
            <a:off x="-355264" y="3069000"/>
            <a:ext cx="720201" cy="720000"/>
          </a:xfrm>
          <a:prstGeom prst="rect">
            <a:avLst/>
          </a:prstGeom>
          <a:solidFill>
            <a:srgbClr val="488BC9"/>
          </a:solidFill>
          <a:ln cap="flat" cmpd="sng" w="12700">
            <a:solidFill>
              <a:schemeClr val="lt1">
                <a:alpha val="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75" name="Google Shape;75;p9"/>
          <p:cNvSpPr txBox="1"/>
          <p:nvPr>
            <p:ph idx="1" type="body"/>
          </p:nvPr>
        </p:nvSpPr>
        <p:spPr>
          <a:xfrm>
            <a:off x="1007999" y="1825625"/>
            <a:ext cx="100800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Space Grotesk Medium"/>
                <a:ea typeface="Space Grotesk Medium"/>
                <a:cs typeface="Space Grotesk Medium"/>
                <a:sym typeface="Space Grotesk Medium"/>
              </a:defRPr>
            </a:lvl1pPr>
            <a:lvl2pPr indent="-381000" lvl="1" marL="914400" algn="l">
              <a:lnSpc>
                <a:spcPct val="90000"/>
              </a:lnSpc>
              <a:spcBef>
                <a:spcPts val="500"/>
              </a:spcBef>
              <a:spcAft>
                <a:spcPts val="0"/>
              </a:spcAft>
              <a:buClr>
                <a:schemeClr val="dk1"/>
              </a:buClr>
              <a:buSzPts val="2400"/>
              <a:buChar char="•"/>
              <a:defRPr>
                <a:latin typeface="Space Grotesk"/>
                <a:ea typeface="Space Grotesk"/>
                <a:cs typeface="Space Grotesk"/>
                <a:sym typeface="Space Grotesk"/>
              </a:defRPr>
            </a:lvl2pPr>
            <a:lvl3pPr indent="-355600" lvl="2" marL="1371600" algn="l">
              <a:lnSpc>
                <a:spcPct val="90000"/>
              </a:lnSpc>
              <a:spcBef>
                <a:spcPts val="500"/>
              </a:spcBef>
              <a:spcAft>
                <a:spcPts val="0"/>
              </a:spcAft>
              <a:buClr>
                <a:schemeClr val="dk1"/>
              </a:buClr>
              <a:buSzPts val="2000"/>
              <a:buChar char="•"/>
              <a:defRPr>
                <a:latin typeface="Space Grotesk"/>
                <a:ea typeface="Space Grotesk"/>
                <a:cs typeface="Space Grotesk"/>
                <a:sym typeface="Space Grotesk"/>
              </a:defRPr>
            </a:lvl3pPr>
            <a:lvl4pPr indent="-342900" lvl="3" marL="18288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4pPr>
            <a:lvl5pPr indent="-342900" lvl="4" marL="22860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TITRE DE CHAPITRE">
  <p:cSld name="7_TITRE DE CHAPITRE">
    <p:spTree>
      <p:nvGrpSpPr>
        <p:cNvPr id="76" name="Shape 76"/>
        <p:cNvGrpSpPr/>
        <p:nvPr/>
      </p:nvGrpSpPr>
      <p:grpSpPr>
        <a:xfrm>
          <a:off x="0" y="0"/>
          <a:ext cx="0" cy="0"/>
          <a:chOff x="0" y="0"/>
          <a:chExt cx="0" cy="0"/>
        </a:xfrm>
      </p:grpSpPr>
      <p:pic>
        <p:nvPicPr>
          <p:cNvPr id="77" name="Google Shape;77;p10"/>
          <p:cNvPicPr preferRelativeResize="0"/>
          <p:nvPr/>
        </p:nvPicPr>
        <p:blipFill rotWithShape="1">
          <a:blip r:embed="rId2">
            <a:alphaModFix/>
          </a:blip>
          <a:srcRect b="0" l="0" r="0" t="0"/>
          <a:stretch/>
        </p:blipFill>
        <p:spPr>
          <a:xfrm>
            <a:off x="11160000" y="5580000"/>
            <a:ext cx="726279" cy="1005354"/>
          </a:xfrm>
          <a:prstGeom prst="rect">
            <a:avLst/>
          </a:prstGeom>
          <a:noFill/>
          <a:ln>
            <a:noFill/>
          </a:ln>
        </p:spPr>
      </p:pic>
      <p:sp>
        <p:nvSpPr>
          <p:cNvPr id="78" name="Google Shape;78;p10"/>
          <p:cNvSpPr/>
          <p:nvPr/>
        </p:nvSpPr>
        <p:spPr>
          <a:xfrm rot="2700000">
            <a:off x="1556856" y="1809000"/>
            <a:ext cx="3240000" cy="3240000"/>
          </a:xfrm>
          <a:prstGeom prst="rect">
            <a:avLst/>
          </a:prstGeom>
          <a:solidFill>
            <a:schemeClr val="lt1"/>
          </a:solidFill>
          <a:ln cap="flat" cmpd="sng" w="304800">
            <a:solidFill>
              <a:srgbClr val="143355">
                <a:alpha val="10196"/>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79" name="Google Shape;79;p10"/>
          <p:cNvSpPr/>
          <p:nvPr/>
        </p:nvSpPr>
        <p:spPr>
          <a:xfrm>
            <a:off x="0" y="3429000"/>
            <a:ext cx="5832909" cy="1260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Space Grotesk"/>
              <a:ea typeface="Space Grotesk"/>
              <a:cs typeface="Space Grotesk"/>
              <a:sym typeface="Space Grotesk"/>
            </a:endParaRPr>
          </a:p>
        </p:txBody>
      </p:sp>
      <p:sp>
        <p:nvSpPr>
          <p:cNvPr id="80" name="Google Shape;80;p10"/>
          <p:cNvSpPr/>
          <p:nvPr/>
        </p:nvSpPr>
        <p:spPr>
          <a:xfrm rot="2700000">
            <a:off x="-555598" y="2889000"/>
            <a:ext cx="1080000" cy="1080000"/>
          </a:xfrm>
          <a:prstGeom prst="rect">
            <a:avLst/>
          </a:prstGeom>
          <a:solidFill>
            <a:srgbClr val="8FDCB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81" name="Google Shape;81;p10"/>
          <p:cNvSpPr txBox="1"/>
          <p:nvPr>
            <p:ph idx="1" type="body"/>
          </p:nvPr>
        </p:nvSpPr>
        <p:spPr>
          <a:xfrm>
            <a:off x="615132" y="3429000"/>
            <a:ext cx="10961735" cy="1260000"/>
          </a:xfrm>
          <a:prstGeom prst="rect">
            <a:avLst/>
          </a:prstGeom>
          <a:noFill/>
          <a:ln>
            <a:noFill/>
          </a:ln>
        </p:spPr>
        <p:txBody>
          <a:bodyPr anchorCtr="0" anchor="ctr" bIns="108000" lIns="720000" spcFirstLastPara="1" rIns="0" wrap="square" tIns="108000">
            <a:noAutofit/>
          </a:bodyPr>
          <a:lstStyle>
            <a:lvl1pPr indent="-228600" lvl="0" marL="457200" algn="l">
              <a:lnSpc>
                <a:spcPct val="90000"/>
              </a:lnSpc>
              <a:spcBef>
                <a:spcPts val="0"/>
              </a:spcBef>
              <a:spcAft>
                <a:spcPts val="0"/>
              </a:spcAft>
              <a:buClr>
                <a:srgbClr val="8FDCBB"/>
              </a:buClr>
              <a:buSzPts val="3600"/>
              <a:buNone/>
              <a:defRPr sz="3600">
                <a:solidFill>
                  <a:srgbClr val="8FDCBB"/>
                </a:solidFill>
                <a:latin typeface="Space Grotesk SemiBold"/>
                <a:ea typeface="Space Grotesk SemiBold"/>
                <a:cs typeface="Space Grotesk SemiBold"/>
                <a:sym typeface="Space Grotesk SemiBold"/>
              </a:defRPr>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10"/>
          <p:cNvSpPr txBox="1"/>
          <p:nvPr>
            <p:ph idx="2" type="body"/>
          </p:nvPr>
        </p:nvSpPr>
        <p:spPr>
          <a:xfrm>
            <a:off x="2096856" y="1692088"/>
            <a:ext cx="2160000" cy="14400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rgbClr val="8FDCBB"/>
              </a:buClr>
              <a:buSzPts val="13000"/>
              <a:buNone/>
              <a:defRPr sz="13000">
                <a:solidFill>
                  <a:srgbClr val="8FDCBB"/>
                </a:solidFill>
                <a:latin typeface="Space Grotesk SemiBold"/>
                <a:ea typeface="Space Grotesk SemiBold"/>
                <a:cs typeface="Space Grotesk SemiBold"/>
                <a:sym typeface="Space Grotesk Semi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Titre et contenu">
  <p:cSld name="7_Titre et contenu">
    <p:spTree>
      <p:nvGrpSpPr>
        <p:cNvPr id="83" name="Shape 83"/>
        <p:cNvGrpSpPr/>
        <p:nvPr/>
      </p:nvGrpSpPr>
      <p:grpSpPr>
        <a:xfrm>
          <a:off x="0" y="0"/>
          <a:ext cx="0" cy="0"/>
          <a:chOff x="0" y="0"/>
          <a:chExt cx="0" cy="0"/>
        </a:xfrm>
      </p:grpSpPr>
      <p:sp>
        <p:nvSpPr>
          <p:cNvPr id="84" name="Google Shape;84;p11"/>
          <p:cNvSpPr txBox="1"/>
          <p:nvPr>
            <p:ph type="title"/>
          </p:nvPr>
        </p:nvSpPr>
        <p:spPr>
          <a:xfrm>
            <a:off x="1008000" y="365125"/>
            <a:ext cx="100800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000"/>
              <a:buFont typeface="Space Grotesk SemiBold"/>
              <a:buNone/>
              <a:defRPr>
                <a:latin typeface="Space Grotesk SemiBold"/>
                <a:ea typeface="Space Grotesk SemiBold"/>
                <a:cs typeface="Space Grotesk SemiBold"/>
                <a:sym typeface="Space Grotesk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85" name="Google Shape;85;p11"/>
          <p:cNvPicPr preferRelativeResize="0"/>
          <p:nvPr/>
        </p:nvPicPr>
        <p:blipFill rotWithShape="1">
          <a:blip r:embed="rId2">
            <a:alphaModFix/>
          </a:blip>
          <a:srcRect b="0" l="0" r="0" t="0"/>
          <a:stretch/>
        </p:blipFill>
        <p:spPr>
          <a:xfrm>
            <a:off x="11160000" y="5580000"/>
            <a:ext cx="726279" cy="1005354"/>
          </a:xfrm>
          <a:prstGeom prst="rect">
            <a:avLst/>
          </a:prstGeom>
          <a:noFill/>
          <a:ln>
            <a:noFill/>
          </a:ln>
        </p:spPr>
      </p:pic>
      <p:sp>
        <p:nvSpPr>
          <p:cNvPr id="86" name="Google Shape;86;p11"/>
          <p:cNvSpPr/>
          <p:nvPr/>
        </p:nvSpPr>
        <p:spPr>
          <a:xfrm rot="2700000">
            <a:off x="-355264" y="3069000"/>
            <a:ext cx="720201" cy="720000"/>
          </a:xfrm>
          <a:prstGeom prst="rect">
            <a:avLst/>
          </a:prstGeom>
          <a:solidFill>
            <a:srgbClr val="8FDCBB"/>
          </a:solidFill>
          <a:ln cap="flat" cmpd="sng" w="12700">
            <a:solidFill>
              <a:schemeClr val="lt1">
                <a:alpha val="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87" name="Google Shape;87;p11"/>
          <p:cNvSpPr txBox="1"/>
          <p:nvPr>
            <p:ph idx="1" type="body"/>
          </p:nvPr>
        </p:nvSpPr>
        <p:spPr>
          <a:xfrm>
            <a:off x="1007999" y="1825625"/>
            <a:ext cx="100800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Space Grotesk Medium"/>
                <a:ea typeface="Space Grotesk Medium"/>
                <a:cs typeface="Space Grotesk Medium"/>
                <a:sym typeface="Space Grotesk Medium"/>
              </a:defRPr>
            </a:lvl1pPr>
            <a:lvl2pPr indent="-381000" lvl="1" marL="914400" algn="l">
              <a:lnSpc>
                <a:spcPct val="90000"/>
              </a:lnSpc>
              <a:spcBef>
                <a:spcPts val="500"/>
              </a:spcBef>
              <a:spcAft>
                <a:spcPts val="0"/>
              </a:spcAft>
              <a:buClr>
                <a:schemeClr val="dk1"/>
              </a:buClr>
              <a:buSzPts val="2400"/>
              <a:buChar char="•"/>
              <a:defRPr>
                <a:latin typeface="Space Grotesk"/>
                <a:ea typeface="Space Grotesk"/>
                <a:cs typeface="Space Grotesk"/>
                <a:sym typeface="Space Grotesk"/>
              </a:defRPr>
            </a:lvl2pPr>
            <a:lvl3pPr indent="-355600" lvl="2" marL="1371600" algn="l">
              <a:lnSpc>
                <a:spcPct val="90000"/>
              </a:lnSpc>
              <a:spcBef>
                <a:spcPts val="500"/>
              </a:spcBef>
              <a:spcAft>
                <a:spcPts val="0"/>
              </a:spcAft>
              <a:buClr>
                <a:schemeClr val="dk1"/>
              </a:buClr>
              <a:buSzPts val="2000"/>
              <a:buChar char="•"/>
              <a:defRPr>
                <a:latin typeface="Space Grotesk"/>
                <a:ea typeface="Space Grotesk"/>
                <a:cs typeface="Space Grotesk"/>
                <a:sym typeface="Space Grotesk"/>
              </a:defRPr>
            </a:lvl3pPr>
            <a:lvl4pPr indent="-342900" lvl="3" marL="18288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4pPr>
            <a:lvl5pPr indent="-342900" lvl="4" marL="22860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TITRE DE CHAPITRE">
  <p:cSld name="8_TITRE DE CHAPITRE">
    <p:spTree>
      <p:nvGrpSpPr>
        <p:cNvPr id="88" name="Shape 88"/>
        <p:cNvGrpSpPr/>
        <p:nvPr/>
      </p:nvGrpSpPr>
      <p:grpSpPr>
        <a:xfrm>
          <a:off x="0" y="0"/>
          <a:ext cx="0" cy="0"/>
          <a:chOff x="0" y="0"/>
          <a:chExt cx="0" cy="0"/>
        </a:xfrm>
      </p:grpSpPr>
      <p:pic>
        <p:nvPicPr>
          <p:cNvPr id="89" name="Google Shape;89;p12"/>
          <p:cNvPicPr preferRelativeResize="0"/>
          <p:nvPr/>
        </p:nvPicPr>
        <p:blipFill rotWithShape="1">
          <a:blip r:embed="rId2">
            <a:alphaModFix/>
          </a:blip>
          <a:srcRect b="0" l="0" r="0" t="0"/>
          <a:stretch/>
        </p:blipFill>
        <p:spPr>
          <a:xfrm>
            <a:off x="11160000" y="5580000"/>
            <a:ext cx="726279" cy="1005354"/>
          </a:xfrm>
          <a:prstGeom prst="rect">
            <a:avLst/>
          </a:prstGeom>
          <a:noFill/>
          <a:ln>
            <a:noFill/>
          </a:ln>
        </p:spPr>
      </p:pic>
      <p:sp>
        <p:nvSpPr>
          <p:cNvPr id="90" name="Google Shape;90;p12"/>
          <p:cNvSpPr/>
          <p:nvPr/>
        </p:nvSpPr>
        <p:spPr>
          <a:xfrm rot="2700000">
            <a:off x="1556856" y="1809000"/>
            <a:ext cx="3240000" cy="3240000"/>
          </a:xfrm>
          <a:prstGeom prst="rect">
            <a:avLst/>
          </a:prstGeom>
          <a:solidFill>
            <a:schemeClr val="lt1"/>
          </a:solidFill>
          <a:ln cap="flat" cmpd="sng" w="304800">
            <a:solidFill>
              <a:srgbClr val="143355">
                <a:alpha val="10196"/>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91" name="Google Shape;91;p12"/>
          <p:cNvSpPr/>
          <p:nvPr/>
        </p:nvSpPr>
        <p:spPr>
          <a:xfrm>
            <a:off x="0" y="3429000"/>
            <a:ext cx="5832909" cy="1260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Space Grotesk"/>
              <a:ea typeface="Space Grotesk"/>
              <a:cs typeface="Space Grotesk"/>
              <a:sym typeface="Space Grotesk"/>
            </a:endParaRPr>
          </a:p>
        </p:txBody>
      </p:sp>
      <p:sp>
        <p:nvSpPr>
          <p:cNvPr id="92" name="Google Shape;92;p12"/>
          <p:cNvSpPr/>
          <p:nvPr/>
        </p:nvSpPr>
        <p:spPr>
          <a:xfrm rot="2700000">
            <a:off x="-555598" y="2889000"/>
            <a:ext cx="1080000" cy="1080000"/>
          </a:xfrm>
          <a:prstGeom prst="rect">
            <a:avLst/>
          </a:prstGeom>
          <a:solidFill>
            <a:srgbClr val="F5443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93" name="Google Shape;93;p12"/>
          <p:cNvSpPr txBox="1"/>
          <p:nvPr>
            <p:ph idx="1" type="body"/>
          </p:nvPr>
        </p:nvSpPr>
        <p:spPr>
          <a:xfrm>
            <a:off x="615132" y="3429000"/>
            <a:ext cx="10961735" cy="1260000"/>
          </a:xfrm>
          <a:prstGeom prst="rect">
            <a:avLst/>
          </a:prstGeom>
          <a:noFill/>
          <a:ln>
            <a:noFill/>
          </a:ln>
        </p:spPr>
        <p:txBody>
          <a:bodyPr anchorCtr="0" anchor="ctr" bIns="108000" lIns="720000" spcFirstLastPara="1" rIns="0" wrap="square" tIns="108000">
            <a:noAutofit/>
          </a:bodyPr>
          <a:lstStyle>
            <a:lvl1pPr indent="-228600" lvl="0" marL="457200" algn="l">
              <a:lnSpc>
                <a:spcPct val="90000"/>
              </a:lnSpc>
              <a:spcBef>
                <a:spcPts val="0"/>
              </a:spcBef>
              <a:spcAft>
                <a:spcPts val="0"/>
              </a:spcAft>
              <a:buClr>
                <a:srgbClr val="F5443A"/>
              </a:buClr>
              <a:buSzPts val="3600"/>
              <a:buNone/>
              <a:defRPr sz="3600">
                <a:solidFill>
                  <a:srgbClr val="F5443A"/>
                </a:solidFill>
                <a:latin typeface="Space Grotesk SemiBold"/>
                <a:ea typeface="Space Grotesk SemiBold"/>
                <a:cs typeface="Space Grotesk SemiBold"/>
                <a:sym typeface="Space Grotesk SemiBold"/>
              </a:defRPr>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 name="Google Shape;94;p12"/>
          <p:cNvSpPr txBox="1"/>
          <p:nvPr>
            <p:ph idx="2" type="body"/>
          </p:nvPr>
        </p:nvSpPr>
        <p:spPr>
          <a:xfrm>
            <a:off x="2096856" y="1692088"/>
            <a:ext cx="2160000" cy="14400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rgbClr val="F5443A"/>
              </a:buClr>
              <a:buSzPts val="13000"/>
              <a:buNone/>
              <a:defRPr sz="13000">
                <a:solidFill>
                  <a:srgbClr val="F5443A"/>
                </a:solidFill>
                <a:latin typeface="Space Grotesk SemiBold"/>
                <a:ea typeface="Space Grotesk SemiBold"/>
                <a:cs typeface="Space Grotesk SemiBold"/>
                <a:sym typeface="Space Grotesk Semi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Titre et contenu">
  <p:cSld name="8_Titre et contenu">
    <p:spTree>
      <p:nvGrpSpPr>
        <p:cNvPr id="95" name="Shape 95"/>
        <p:cNvGrpSpPr/>
        <p:nvPr/>
      </p:nvGrpSpPr>
      <p:grpSpPr>
        <a:xfrm>
          <a:off x="0" y="0"/>
          <a:ext cx="0" cy="0"/>
          <a:chOff x="0" y="0"/>
          <a:chExt cx="0" cy="0"/>
        </a:xfrm>
      </p:grpSpPr>
      <p:sp>
        <p:nvSpPr>
          <p:cNvPr id="96" name="Google Shape;96;p13"/>
          <p:cNvSpPr txBox="1"/>
          <p:nvPr>
            <p:ph type="title"/>
          </p:nvPr>
        </p:nvSpPr>
        <p:spPr>
          <a:xfrm>
            <a:off x="1008000" y="365125"/>
            <a:ext cx="100800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000"/>
              <a:buFont typeface="Space Grotesk SemiBold"/>
              <a:buNone/>
              <a:defRPr>
                <a:latin typeface="Space Grotesk SemiBold"/>
                <a:ea typeface="Space Grotesk SemiBold"/>
                <a:cs typeface="Space Grotesk SemiBold"/>
                <a:sym typeface="Space Grotesk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97" name="Google Shape;97;p13"/>
          <p:cNvPicPr preferRelativeResize="0"/>
          <p:nvPr/>
        </p:nvPicPr>
        <p:blipFill rotWithShape="1">
          <a:blip r:embed="rId2">
            <a:alphaModFix/>
          </a:blip>
          <a:srcRect b="0" l="0" r="0" t="0"/>
          <a:stretch/>
        </p:blipFill>
        <p:spPr>
          <a:xfrm>
            <a:off x="11160000" y="5580000"/>
            <a:ext cx="726279" cy="1005354"/>
          </a:xfrm>
          <a:prstGeom prst="rect">
            <a:avLst/>
          </a:prstGeom>
          <a:noFill/>
          <a:ln>
            <a:noFill/>
          </a:ln>
        </p:spPr>
      </p:pic>
      <p:sp>
        <p:nvSpPr>
          <p:cNvPr id="98" name="Google Shape;98;p13"/>
          <p:cNvSpPr/>
          <p:nvPr/>
        </p:nvSpPr>
        <p:spPr>
          <a:xfrm rot="2700000">
            <a:off x="-355264" y="3069000"/>
            <a:ext cx="720201" cy="720000"/>
          </a:xfrm>
          <a:prstGeom prst="rect">
            <a:avLst/>
          </a:prstGeom>
          <a:solidFill>
            <a:srgbClr val="F5443A"/>
          </a:solidFill>
          <a:ln cap="flat" cmpd="sng" w="12700">
            <a:solidFill>
              <a:schemeClr val="lt1">
                <a:alpha val="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99" name="Google Shape;99;p13"/>
          <p:cNvSpPr txBox="1"/>
          <p:nvPr>
            <p:ph idx="1" type="body"/>
          </p:nvPr>
        </p:nvSpPr>
        <p:spPr>
          <a:xfrm>
            <a:off x="1007999" y="1825625"/>
            <a:ext cx="100800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Space Grotesk Medium"/>
                <a:ea typeface="Space Grotesk Medium"/>
                <a:cs typeface="Space Grotesk Medium"/>
                <a:sym typeface="Space Grotesk Medium"/>
              </a:defRPr>
            </a:lvl1pPr>
            <a:lvl2pPr indent="-381000" lvl="1" marL="914400" algn="l">
              <a:lnSpc>
                <a:spcPct val="90000"/>
              </a:lnSpc>
              <a:spcBef>
                <a:spcPts val="500"/>
              </a:spcBef>
              <a:spcAft>
                <a:spcPts val="0"/>
              </a:spcAft>
              <a:buClr>
                <a:schemeClr val="dk1"/>
              </a:buClr>
              <a:buSzPts val="2400"/>
              <a:buChar char="•"/>
              <a:defRPr>
                <a:latin typeface="Space Grotesk"/>
                <a:ea typeface="Space Grotesk"/>
                <a:cs typeface="Space Grotesk"/>
                <a:sym typeface="Space Grotesk"/>
              </a:defRPr>
            </a:lvl2pPr>
            <a:lvl3pPr indent="-355600" lvl="2" marL="1371600" algn="l">
              <a:lnSpc>
                <a:spcPct val="90000"/>
              </a:lnSpc>
              <a:spcBef>
                <a:spcPts val="500"/>
              </a:spcBef>
              <a:spcAft>
                <a:spcPts val="0"/>
              </a:spcAft>
              <a:buClr>
                <a:schemeClr val="dk1"/>
              </a:buClr>
              <a:buSzPts val="2000"/>
              <a:buChar char="•"/>
              <a:defRPr>
                <a:latin typeface="Space Grotesk"/>
                <a:ea typeface="Space Grotesk"/>
                <a:cs typeface="Space Grotesk"/>
                <a:sym typeface="Space Grotesk"/>
              </a:defRPr>
            </a:lvl3pPr>
            <a:lvl4pPr indent="-342900" lvl="3" marL="18288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4pPr>
            <a:lvl5pPr indent="-342900" lvl="4" marL="22860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êtes des chapitres (8 cases)">
  <p:cSld name="Têtes des chapitres (8 cases)">
    <p:spTree>
      <p:nvGrpSpPr>
        <p:cNvPr id="100" name="Shape 100"/>
        <p:cNvGrpSpPr/>
        <p:nvPr/>
      </p:nvGrpSpPr>
      <p:grpSpPr>
        <a:xfrm>
          <a:off x="0" y="0"/>
          <a:ext cx="0" cy="0"/>
          <a:chOff x="0" y="0"/>
          <a:chExt cx="0" cy="0"/>
        </a:xfrm>
      </p:grpSpPr>
      <p:pic>
        <p:nvPicPr>
          <p:cNvPr id="101" name="Google Shape;101;p14"/>
          <p:cNvPicPr preferRelativeResize="0"/>
          <p:nvPr/>
        </p:nvPicPr>
        <p:blipFill rotWithShape="1">
          <a:blip r:embed="rId2">
            <a:alphaModFix/>
          </a:blip>
          <a:srcRect b="0" l="0" r="0" t="0"/>
          <a:stretch/>
        </p:blipFill>
        <p:spPr>
          <a:xfrm>
            <a:off x="11160000" y="5580000"/>
            <a:ext cx="726279" cy="1005354"/>
          </a:xfrm>
          <a:prstGeom prst="rect">
            <a:avLst/>
          </a:prstGeom>
          <a:noFill/>
          <a:ln>
            <a:noFill/>
          </a:ln>
        </p:spPr>
      </p:pic>
      <p:sp>
        <p:nvSpPr>
          <p:cNvPr id="102" name="Google Shape;102;p14"/>
          <p:cNvSpPr/>
          <p:nvPr/>
        </p:nvSpPr>
        <p:spPr>
          <a:xfrm rot="2700000">
            <a:off x="-821773" y="2622824"/>
            <a:ext cx="1612351" cy="1612351"/>
          </a:xfrm>
          <a:prstGeom prst="rect">
            <a:avLst/>
          </a:prstGeom>
          <a:solidFill>
            <a:srgbClr val="143355"/>
          </a:solidFill>
          <a:ln cap="flat" cmpd="sng" w="12700">
            <a:solidFill>
              <a:schemeClr val="lt1">
                <a:alpha val="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103" name="Google Shape;103;p14"/>
          <p:cNvSpPr/>
          <p:nvPr/>
        </p:nvSpPr>
        <p:spPr>
          <a:xfrm rot="2700000">
            <a:off x="1938769" y="763951"/>
            <a:ext cx="1620000" cy="1620000"/>
          </a:xfrm>
          <a:prstGeom prst="rect">
            <a:avLst/>
          </a:prstGeom>
          <a:solidFill>
            <a:schemeClr val="lt1">
              <a:alpha val="10196"/>
            </a:schemeClr>
          </a:solidFill>
          <a:ln cap="flat" cmpd="sng" w="152400">
            <a:solidFill>
              <a:srgbClr val="143355">
                <a:alpha val="10196"/>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104" name="Google Shape;104;p14"/>
          <p:cNvSpPr txBox="1"/>
          <p:nvPr>
            <p:ph idx="1" type="body"/>
          </p:nvPr>
        </p:nvSpPr>
        <p:spPr>
          <a:xfrm>
            <a:off x="2208769" y="896439"/>
            <a:ext cx="1080000" cy="612000"/>
          </a:xfrm>
          <a:prstGeom prst="rect">
            <a:avLst/>
          </a:prstGeom>
          <a:noFill/>
          <a:ln>
            <a:noFill/>
          </a:ln>
        </p:spPr>
        <p:txBody>
          <a:bodyPr anchorCtr="0" anchor="ctr" bIns="0" lIns="0" spcFirstLastPara="1" rIns="0" wrap="square" tIns="0">
            <a:noAutofit/>
          </a:bodyPr>
          <a:lstStyle>
            <a:lvl1pPr indent="-228600" lvl="0" marL="457200" algn="ctr">
              <a:lnSpc>
                <a:spcPct val="90000"/>
              </a:lnSpc>
              <a:spcBef>
                <a:spcPts val="1000"/>
              </a:spcBef>
              <a:spcAft>
                <a:spcPts val="0"/>
              </a:spcAft>
              <a:buClr>
                <a:srgbClr val="143355"/>
              </a:buClr>
              <a:buSzPts val="7000"/>
              <a:buFont typeface="Space Grotesk SemiBold"/>
              <a:buNone/>
              <a:defRPr sz="7000">
                <a:solidFill>
                  <a:srgbClr val="143355"/>
                </a:solidFill>
                <a:latin typeface="Space Grotesk SemiBold"/>
                <a:ea typeface="Space Grotesk SemiBold"/>
                <a:cs typeface="Space Grotesk SemiBold"/>
                <a:sym typeface="Space Grotesk SemiBold"/>
              </a:defRPr>
            </a:lvl1pPr>
            <a:lvl2pPr indent="-228600" lvl="1" marL="914400" algn="l">
              <a:lnSpc>
                <a:spcPct val="90000"/>
              </a:lnSpc>
              <a:spcBef>
                <a:spcPts val="500"/>
              </a:spcBef>
              <a:spcAft>
                <a:spcPts val="0"/>
              </a:spcAft>
              <a:buClr>
                <a:schemeClr val="dk1"/>
              </a:buClr>
              <a:buSzPts val="2400"/>
              <a:buFont typeface="Space Grotesk"/>
              <a:buNone/>
              <a:defRPr/>
            </a:lvl2pPr>
            <a:lvl3pPr indent="-228600" lvl="2" marL="1371600" algn="l">
              <a:lnSpc>
                <a:spcPct val="90000"/>
              </a:lnSpc>
              <a:spcBef>
                <a:spcPts val="500"/>
              </a:spcBef>
              <a:spcAft>
                <a:spcPts val="0"/>
              </a:spcAft>
              <a:buClr>
                <a:schemeClr val="dk1"/>
              </a:buClr>
              <a:buSzPts val="2000"/>
              <a:buFont typeface="Space Grotesk"/>
              <a:buNone/>
              <a:defRPr/>
            </a:lvl3pPr>
            <a:lvl4pPr indent="-228600" lvl="3" marL="1828800" algn="l">
              <a:lnSpc>
                <a:spcPct val="90000"/>
              </a:lnSpc>
              <a:spcBef>
                <a:spcPts val="500"/>
              </a:spcBef>
              <a:spcAft>
                <a:spcPts val="0"/>
              </a:spcAft>
              <a:buClr>
                <a:schemeClr val="dk1"/>
              </a:buClr>
              <a:buSzPts val="1800"/>
              <a:buFont typeface="Space Grotesk"/>
              <a:buNone/>
              <a:defRPr/>
            </a:lvl4pPr>
            <a:lvl5pPr indent="-228600" lvl="4" marL="2286000" algn="l">
              <a:lnSpc>
                <a:spcPct val="90000"/>
              </a:lnSpc>
              <a:spcBef>
                <a:spcPts val="500"/>
              </a:spcBef>
              <a:spcAft>
                <a:spcPts val="0"/>
              </a:spcAft>
              <a:buClr>
                <a:schemeClr val="dk1"/>
              </a:buClr>
              <a:buSzPts val="1800"/>
              <a:buFont typeface="Space Grotesk"/>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 name="Google Shape;105;p14"/>
          <p:cNvSpPr txBox="1"/>
          <p:nvPr>
            <p:ph idx="2" type="body"/>
          </p:nvPr>
        </p:nvSpPr>
        <p:spPr>
          <a:xfrm>
            <a:off x="1218769" y="1520939"/>
            <a:ext cx="2974729" cy="720000"/>
          </a:xfrm>
          <a:prstGeom prst="rect">
            <a:avLst/>
          </a:prstGeom>
          <a:solidFill>
            <a:schemeClr val="lt1"/>
          </a:solidFill>
          <a:ln>
            <a:noFill/>
          </a:ln>
        </p:spPr>
        <p:txBody>
          <a:bodyPr anchorCtr="0" anchor="ctr" bIns="45700" lIns="91425" spcFirstLastPara="1" rIns="91425" wrap="square" tIns="45700">
            <a:noAutofit/>
          </a:bodyPr>
          <a:lstStyle>
            <a:lvl1pPr indent="-228600" lvl="0" marL="457200" algn="ctr">
              <a:lnSpc>
                <a:spcPct val="90000"/>
              </a:lnSpc>
              <a:spcBef>
                <a:spcPts val="0"/>
              </a:spcBef>
              <a:spcAft>
                <a:spcPts val="0"/>
              </a:spcAft>
              <a:buClr>
                <a:srgbClr val="143355"/>
              </a:buClr>
              <a:buSzPts val="1200"/>
              <a:buNone/>
              <a:defRPr b="0" sz="1200">
                <a:solidFill>
                  <a:srgbClr val="143355"/>
                </a:solidFill>
                <a:latin typeface="Space Grotesk SemiBold"/>
                <a:ea typeface="Space Grotesk SemiBold"/>
                <a:cs typeface="Space Grotesk SemiBold"/>
                <a:sym typeface="Space Grotesk SemiBold"/>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06" name="Google Shape;106;p14"/>
          <p:cNvSpPr/>
          <p:nvPr/>
        </p:nvSpPr>
        <p:spPr>
          <a:xfrm rot="2700000">
            <a:off x="5249857" y="763951"/>
            <a:ext cx="1620000" cy="1620000"/>
          </a:xfrm>
          <a:prstGeom prst="rect">
            <a:avLst/>
          </a:prstGeom>
          <a:solidFill>
            <a:schemeClr val="lt1">
              <a:alpha val="10196"/>
            </a:schemeClr>
          </a:solidFill>
          <a:ln cap="flat" cmpd="sng" w="152400">
            <a:solidFill>
              <a:srgbClr val="143355">
                <a:alpha val="10196"/>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107" name="Google Shape;107;p14"/>
          <p:cNvSpPr txBox="1"/>
          <p:nvPr>
            <p:ph idx="3" type="body"/>
          </p:nvPr>
        </p:nvSpPr>
        <p:spPr>
          <a:xfrm>
            <a:off x="5567985" y="896439"/>
            <a:ext cx="1080000" cy="612000"/>
          </a:xfrm>
          <a:prstGeom prst="rect">
            <a:avLst/>
          </a:prstGeom>
          <a:noFill/>
          <a:ln>
            <a:noFill/>
          </a:ln>
        </p:spPr>
        <p:txBody>
          <a:bodyPr anchorCtr="0" anchor="ctr" bIns="0" lIns="0" spcFirstLastPara="1" rIns="0" wrap="square" tIns="0">
            <a:noAutofit/>
          </a:bodyPr>
          <a:lstStyle>
            <a:lvl1pPr indent="-228600" lvl="0" marL="457200" algn="ctr">
              <a:lnSpc>
                <a:spcPct val="90000"/>
              </a:lnSpc>
              <a:spcBef>
                <a:spcPts val="1000"/>
              </a:spcBef>
              <a:spcAft>
                <a:spcPts val="0"/>
              </a:spcAft>
              <a:buClr>
                <a:srgbClr val="0038D5"/>
              </a:buClr>
              <a:buSzPts val="7000"/>
              <a:buFont typeface="Space Grotesk SemiBold"/>
              <a:buNone/>
              <a:defRPr sz="7000">
                <a:solidFill>
                  <a:srgbClr val="0038D5"/>
                </a:solidFill>
                <a:latin typeface="Space Grotesk SemiBold"/>
                <a:ea typeface="Space Grotesk SemiBold"/>
                <a:cs typeface="Space Grotesk SemiBold"/>
                <a:sym typeface="Space Grotesk SemiBold"/>
              </a:defRPr>
            </a:lvl1pPr>
            <a:lvl2pPr indent="-228600" lvl="1" marL="914400" algn="l">
              <a:lnSpc>
                <a:spcPct val="90000"/>
              </a:lnSpc>
              <a:spcBef>
                <a:spcPts val="500"/>
              </a:spcBef>
              <a:spcAft>
                <a:spcPts val="0"/>
              </a:spcAft>
              <a:buClr>
                <a:schemeClr val="dk1"/>
              </a:buClr>
              <a:buSzPts val="2400"/>
              <a:buFont typeface="Space Grotesk"/>
              <a:buNone/>
              <a:defRPr/>
            </a:lvl2pPr>
            <a:lvl3pPr indent="-228600" lvl="2" marL="1371600" algn="l">
              <a:lnSpc>
                <a:spcPct val="90000"/>
              </a:lnSpc>
              <a:spcBef>
                <a:spcPts val="500"/>
              </a:spcBef>
              <a:spcAft>
                <a:spcPts val="0"/>
              </a:spcAft>
              <a:buClr>
                <a:schemeClr val="dk1"/>
              </a:buClr>
              <a:buSzPts val="2000"/>
              <a:buFont typeface="Space Grotesk"/>
              <a:buNone/>
              <a:defRPr/>
            </a:lvl3pPr>
            <a:lvl4pPr indent="-228600" lvl="3" marL="1828800" algn="l">
              <a:lnSpc>
                <a:spcPct val="90000"/>
              </a:lnSpc>
              <a:spcBef>
                <a:spcPts val="500"/>
              </a:spcBef>
              <a:spcAft>
                <a:spcPts val="0"/>
              </a:spcAft>
              <a:buClr>
                <a:schemeClr val="dk1"/>
              </a:buClr>
              <a:buSzPts val="1800"/>
              <a:buFont typeface="Space Grotesk"/>
              <a:buNone/>
              <a:defRPr/>
            </a:lvl4pPr>
            <a:lvl5pPr indent="-228600" lvl="4" marL="2286000" algn="l">
              <a:lnSpc>
                <a:spcPct val="90000"/>
              </a:lnSpc>
              <a:spcBef>
                <a:spcPts val="500"/>
              </a:spcBef>
              <a:spcAft>
                <a:spcPts val="0"/>
              </a:spcAft>
              <a:buClr>
                <a:schemeClr val="dk1"/>
              </a:buClr>
              <a:buSzPts val="1800"/>
              <a:buFont typeface="Space Grotesk"/>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8" name="Google Shape;108;p14"/>
          <p:cNvSpPr txBox="1"/>
          <p:nvPr>
            <p:ph idx="4" type="body"/>
          </p:nvPr>
        </p:nvSpPr>
        <p:spPr>
          <a:xfrm>
            <a:off x="4577985" y="1520939"/>
            <a:ext cx="2974728" cy="720000"/>
          </a:xfrm>
          <a:prstGeom prst="rect">
            <a:avLst/>
          </a:prstGeom>
          <a:solidFill>
            <a:schemeClr val="lt1"/>
          </a:solidFill>
          <a:ln>
            <a:noFill/>
          </a:ln>
        </p:spPr>
        <p:txBody>
          <a:bodyPr anchorCtr="0" anchor="ctr" bIns="45700" lIns="91425" spcFirstLastPara="1" rIns="91425" wrap="square" tIns="45700">
            <a:noAutofit/>
          </a:bodyPr>
          <a:lstStyle>
            <a:lvl1pPr indent="-228600" lvl="0" marL="457200" algn="ctr">
              <a:lnSpc>
                <a:spcPct val="90000"/>
              </a:lnSpc>
              <a:spcBef>
                <a:spcPts val="0"/>
              </a:spcBef>
              <a:spcAft>
                <a:spcPts val="0"/>
              </a:spcAft>
              <a:buClr>
                <a:srgbClr val="0038D5"/>
              </a:buClr>
              <a:buSzPts val="1200"/>
              <a:buNone/>
              <a:defRPr b="0" sz="1200">
                <a:solidFill>
                  <a:srgbClr val="0038D5"/>
                </a:solidFill>
                <a:latin typeface="Space Grotesk SemiBold"/>
                <a:ea typeface="Space Grotesk SemiBold"/>
                <a:cs typeface="Space Grotesk SemiBold"/>
                <a:sym typeface="Space Grotesk SemiBold"/>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09" name="Google Shape;109;p14"/>
          <p:cNvSpPr/>
          <p:nvPr/>
        </p:nvSpPr>
        <p:spPr>
          <a:xfrm rot="2700000">
            <a:off x="8657200" y="763951"/>
            <a:ext cx="1620000" cy="1620000"/>
          </a:xfrm>
          <a:prstGeom prst="rect">
            <a:avLst/>
          </a:prstGeom>
          <a:solidFill>
            <a:schemeClr val="lt1">
              <a:alpha val="10196"/>
            </a:schemeClr>
          </a:solidFill>
          <a:ln cap="flat" cmpd="sng" w="152400">
            <a:solidFill>
              <a:srgbClr val="143355">
                <a:alpha val="10196"/>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110" name="Google Shape;110;p14"/>
          <p:cNvSpPr txBox="1"/>
          <p:nvPr>
            <p:ph idx="5" type="body"/>
          </p:nvPr>
        </p:nvSpPr>
        <p:spPr>
          <a:xfrm>
            <a:off x="8927200" y="896439"/>
            <a:ext cx="1080000" cy="612000"/>
          </a:xfrm>
          <a:prstGeom prst="rect">
            <a:avLst/>
          </a:prstGeom>
          <a:noFill/>
          <a:ln>
            <a:noFill/>
          </a:ln>
        </p:spPr>
        <p:txBody>
          <a:bodyPr anchorCtr="0" anchor="ctr" bIns="0" lIns="0" spcFirstLastPara="1" rIns="0" wrap="square" tIns="0">
            <a:noAutofit/>
          </a:bodyPr>
          <a:lstStyle>
            <a:lvl1pPr indent="-228600" lvl="0" marL="457200" algn="ctr">
              <a:lnSpc>
                <a:spcPct val="90000"/>
              </a:lnSpc>
              <a:spcBef>
                <a:spcPts val="1000"/>
              </a:spcBef>
              <a:spcAft>
                <a:spcPts val="0"/>
              </a:spcAft>
              <a:buClr>
                <a:srgbClr val="488BC9"/>
              </a:buClr>
              <a:buSzPts val="7000"/>
              <a:buFont typeface="Space Grotesk SemiBold"/>
              <a:buNone/>
              <a:defRPr sz="7000">
                <a:solidFill>
                  <a:srgbClr val="488BC9"/>
                </a:solidFill>
                <a:latin typeface="Space Grotesk SemiBold"/>
                <a:ea typeface="Space Grotesk SemiBold"/>
                <a:cs typeface="Space Grotesk SemiBold"/>
                <a:sym typeface="Space Grotesk SemiBold"/>
              </a:defRPr>
            </a:lvl1pPr>
            <a:lvl2pPr indent="-228600" lvl="1" marL="914400" algn="l">
              <a:lnSpc>
                <a:spcPct val="90000"/>
              </a:lnSpc>
              <a:spcBef>
                <a:spcPts val="500"/>
              </a:spcBef>
              <a:spcAft>
                <a:spcPts val="0"/>
              </a:spcAft>
              <a:buClr>
                <a:schemeClr val="dk1"/>
              </a:buClr>
              <a:buSzPts val="2400"/>
              <a:buFont typeface="Space Grotesk"/>
              <a:buNone/>
              <a:defRPr/>
            </a:lvl2pPr>
            <a:lvl3pPr indent="-228600" lvl="2" marL="1371600" algn="l">
              <a:lnSpc>
                <a:spcPct val="90000"/>
              </a:lnSpc>
              <a:spcBef>
                <a:spcPts val="500"/>
              </a:spcBef>
              <a:spcAft>
                <a:spcPts val="0"/>
              </a:spcAft>
              <a:buClr>
                <a:schemeClr val="dk1"/>
              </a:buClr>
              <a:buSzPts val="2000"/>
              <a:buFont typeface="Space Grotesk"/>
              <a:buNone/>
              <a:defRPr/>
            </a:lvl3pPr>
            <a:lvl4pPr indent="-228600" lvl="3" marL="1828800" algn="l">
              <a:lnSpc>
                <a:spcPct val="90000"/>
              </a:lnSpc>
              <a:spcBef>
                <a:spcPts val="500"/>
              </a:spcBef>
              <a:spcAft>
                <a:spcPts val="0"/>
              </a:spcAft>
              <a:buClr>
                <a:schemeClr val="dk1"/>
              </a:buClr>
              <a:buSzPts val="1800"/>
              <a:buFont typeface="Space Grotesk"/>
              <a:buNone/>
              <a:defRPr/>
            </a:lvl4pPr>
            <a:lvl5pPr indent="-228600" lvl="4" marL="2286000" algn="l">
              <a:lnSpc>
                <a:spcPct val="90000"/>
              </a:lnSpc>
              <a:spcBef>
                <a:spcPts val="500"/>
              </a:spcBef>
              <a:spcAft>
                <a:spcPts val="0"/>
              </a:spcAft>
              <a:buClr>
                <a:schemeClr val="dk1"/>
              </a:buClr>
              <a:buSzPts val="1800"/>
              <a:buFont typeface="Space Grotesk"/>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1" name="Google Shape;111;p14"/>
          <p:cNvSpPr txBox="1"/>
          <p:nvPr>
            <p:ph idx="6" type="body"/>
          </p:nvPr>
        </p:nvSpPr>
        <p:spPr>
          <a:xfrm>
            <a:off x="7937200" y="1520939"/>
            <a:ext cx="2991963" cy="720000"/>
          </a:xfrm>
          <a:prstGeom prst="rect">
            <a:avLst/>
          </a:prstGeom>
          <a:solidFill>
            <a:schemeClr val="lt1"/>
          </a:solidFill>
          <a:ln>
            <a:noFill/>
          </a:ln>
        </p:spPr>
        <p:txBody>
          <a:bodyPr anchorCtr="0" anchor="ctr" bIns="45700" lIns="91425" spcFirstLastPara="1" rIns="91425" wrap="square" tIns="45700">
            <a:noAutofit/>
          </a:bodyPr>
          <a:lstStyle>
            <a:lvl1pPr indent="-228600" lvl="0" marL="457200" algn="ctr">
              <a:lnSpc>
                <a:spcPct val="90000"/>
              </a:lnSpc>
              <a:spcBef>
                <a:spcPts val="0"/>
              </a:spcBef>
              <a:spcAft>
                <a:spcPts val="0"/>
              </a:spcAft>
              <a:buClr>
                <a:srgbClr val="488BC9"/>
              </a:buClr>
              <a:buSzPts val="1200"/>
              <a:buNone/>
              <a:defRPr b="0" sz="1200">
                <a:solidFill>
                  <a:srgbClr val="488BC9"/>
                </a:solidFill>
                <a:latin typeface="Space Grotesk SemiBold"/>
                <a:ea typeface="Space Grotesk SemiBold"/>
                <a:cs typeface="Space Grotesk SemiBold"/>
                <a:sym typeface="Space Grotesk SemiBold"/>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12" name="Google Shape;112;p14"/>
          <p:cNvSpPr/>
          <p:nvPr/>
        </p:nvSpPr>
        <p:spPr>
          <a:xfrm rot="2700000">
            <a:off x="1938769" y="4540889"/>
            <a:ext cx="1620000" cy="1620000"/>
          </a:xfrm>
          <a:prstGeom prst="rect">
            <a:avLst/>
          </a:prstGeom>
          <a:solidFill>
            <a:schemeClr val="lt1">
              <a:alpha val="10196"/>
            </a:schemeClr>
          </a:solidFill>
          <a:ln cap="flat" cmpd="sng" w="152400">
            <a:solidFill>
              <a:srgbClr val="143355">
                <a:alpha val="10196"/>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113" name="Google Shape;113;p14"/>
          <p:cNvSpPr txBox="1"/>
          <p:nvPr>
            <p:ph idx="7" type="body"/>
          </p:nvPr>
        </p:nvSpPr>
        <p:spPr>
          <a:xfrm>
            <a:off x="2208769" y="4673377"/>
            <a:ext cx="1080000" cy="612000"/>
          </a:xfrm>
          <a:prstGeom prst="rect">
            <a:avLst/>
          </a:prstGeom>
          <a:noFill/>
          <a:ln>
            <a:noFill/>
          </a:ln>
        </p:spPr>
        <p:txBody>
          <a:bodyPr anchorCtr="0" anchor="ctr" bIns="0" lIns="0" spcFirstLastPara="1" rIns="0" wrap="square" tIns="0">
            <a:noAutofit/>
          </a:bodyPr>
          <a:lstStyle>
            <a:lvl1pPr indent="-228600" lvl="0" marL="457200" algn="ctr">
              <a:lnSpc>
                <a:spcPct val="90000"/>
              </a:lnSpc>
              <a:spcBef>
                <a:spcPts val="1000"/>
              </a:spcBef>
              <a:spcAft>
                <a:spcPts val="0"/>
              </a:spcAft>
              <a:buClr>
                <a:srgbClr val="FF7145"/>
              </a:buClr>
              <a:buSzPts val="7000"/>
              <a:buFont typeface="Space Grotesk SemiBold"/>
              <a:buNone/>
              <a:defRPr sz="7000">
                <a:solidFill>
                  <a:srgbClr val="FF7145"/>
                </a:solidFill>
                <a:latin typeface="Space Grotesk SemiBold"/>
                <a:ea typeface="Space Grotesk SemiBold"/>
                <a:cs typeface="Space Grotesk SemiBold"/>
                <a:sym typeface="Space Grotesk SemiBold"/>
              </a:defRPr>
            </a:lvl1pPr>
            <a:lvl2pPr indent="-228600" lvl="1" marL="914400" algn="l">
              <a:lnSpc>
                <a:spcPct val="90000"/>
              </a:lnSpc>
              <a:spcBef>
                <a:spcPts val="500"/>
              </a:spcBef>
              <a:spcAft>
                <a:spcPts val="0"/>
              </a:spcAft>
              <a:buClr>
                <a:schemeClr val="dk1"/>
              </a:buClr>
              <a:buSzPts val="2400"/>
              <a:buFont typeface="Space Grotesk"/>
              <a:buNone/>
              <a:defRPr/>
            </a:lvl2pPr>
            <a:lvl3pPr indent="-228600" lvl="2" marL="1371600" algn="l">
              <a:lnSpc>
                <a:spcPct val="90000"/>
              </a:lnSpc>
              <a:spcBef>
                <a:spcPts val="500"/>
              </a:spcBef>
              <a:spcAft>
                <a:spcPts val="0"/>
              </a:spcAft>
              <a:buClr>
                <a:schemeClr val="dk1"/>
              </a:buClr>
              <a:buSzPts val="2000"/>
              <a:buFont typeface="Space Grotesk"/>
              <a:buNone/>
              <a:defRPr/>
            </a:lvl3pPr>
            <a:lvl4pPr indent="-228600" lvl="3" marL="1828800" algn="l">
              <a:lnSpc>
                <a:spcPct val="90000"/>
              </a:lnSpc>
              <a:spcBef>
                <a:spcPts val="500"/>
              </a:spcBef>
              <a:spcAft>
                <a:spcPts val="0"/>
              </a:spcAft>
              <a:buClr>
                <a:schemeClr val="dk1"/>
              </a:buClr>
              <a:buSzPts val="1800"/>
              <a:buFont typeface="Space Grotesk"/>
              <a:buNone/>
              <a:defRPr/>
            </a:lvl4pPr>
            <a:lvl5pPr indent="-228600" lvl="4" marL="2286000" algn="l">
              <a:lnSpc>
                <a:spcPct val="90000"/>
              </a:lnSpc>
              <a:spcBef>
                <a:spcPts val="500"/>
              </a:spcBef>
              <a:spcAft>
                <a:spcPts val="0"/>
              </a:spcAft>
              <a:buClr>
                <a:schemeClr val="dk1"/>
              </a:buClr>
              <a:buSzPts val="1800"/>
              <a:buFont typeface="Space Grotesk"/>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4" name="Google Shape;114;p14"/>
          <p:cNvSpPr txBox="1"/>
          <p:nvPr>
            <p:ph idx="8" type="body"/>
          </p:nvPr>
        </p:nvSpPr>
        <p:spPr>
          <a:xfrm>
            <a:off x="1218769" y="5297877"/>
            <a:ext cx="2991963" cy="720000"/>
          </a:xfrm>
          <a:prstGeom prst="rect">
            <a:avLst/>
          </a:prstGeom>
          <a:solidFill>
            <a:schemeClr val="lt1"/>
          </a:solidFill>
          <a:ln>
            <a:noFill/>
          </a:ln>
        </p:spPr>
        <p:txBody>
          <a:bodyPr anchorCtr="0" anchor="ctr" bIns="45700" lIns="91425" spcFirstLastPara="1" rIns="91425" wrap="square" tIns="45700">
            <a:noAutofit/>
          </a:bodyPr>
          <a:lstStyle>
            <a:lvl1pPr indent="-228600" lvl="0" marL="457200" algn="ctr">
              <a:lnSpc>
                <a:spcPct val="90000"/>
              </a:lnSpc>
              <a:spcBef>
                <a:spcPts val="0"/>
              </a:spcBef>
              <a:spcAft>
                <a:spcPts val="0"/>
              </a:spcAft>
              <a:buClr>
                <a:srgbClr val="FF7145"/>
              </a:buClr>
              <a:buSzPts val="1200"/>
              <a:buNone/>
              <a:defRPr b="0" sz="1200">
                <a:solidFill>
                  <a:srgbClr val="FF7145"/>
                </a:solidFill>
                <a:latin typeface="Space Grotesk SemiBold"/>
                <a:ea typeface="Space Grotesk SemiBold"/>
                <a:cs typeface="Space Grotesk SemiBold"/>
                <a:sym typeface="Space Grotesk SemiBold"/>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15" name="Google Shape;115;p14"/>
          <p:cNvSpPr/>
          <p:nvPr/>
        </p:nvSpPr>
        <p:spPr>
          <a:xfrm rot="2700000">
            <a:off x="5249857" y="4540889"/>
            <a:ext cx="1620000" cy="1620000"/>
          </a:xfrm>
          <a:prstGeom prst="rect">
            <a:avLst/>
          </a:prstGeom>
          <a:solidFill>
            <a:schemeClr val="lt1">
              <a:alpha val="10196"/>
            </a:schemeClr>
          </a:solidFill>
          <a:ln cap="flat" cmpd="sng" w="152400">
            <a:solidFill>
              <a:srgbClr val="143355">
                <a:alpha val="10196"/>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116" name="Google Shape;116;p14"/>
          <p:cNvSpPr txBox="1"/>
          <p:nvPr>
            <p:ph idx="9" type="body"/>
          </p:nvPr>
        </p:nvSpPr>
        <p:spPr>
          <a:xfrm>
            <a:off x="5567985" y="4673377"/>
            <a:ext cx="1080000" cy="612000"/>
          </a:xfrm>
          <a:prstGeom prst="rect">
            <a:avLst/>
          </a:prstGeom>
          <a:noFill/>
          <a:ln>
            <a:noFill/>
          </a:ln>
        </p:spPr>
        <p:txBody>
          <a:bodyPr anchorCtr="0" anchor="ctr" bIns="0" lIns="0" spcFirstLastPara="1" rIns="0" wrap="square" tIns="0">
            <a:noAutofit/>
          </a:bodyPr>
          <a:lstStyle>
            <a:lvl1pPr indent="-228600" lvl="0" marL="457200" algn="ctr">
              <a:lnSpc>
                <a:spcPct val="90000"/>
              </a:lnSpc>
              <a:spcBef>
                <a:spcPts val="1000"/>
              </a:spcBef>
              <a:spcAft>
                <a:spcPts val="0"/>
              </a:spcAft>
              <a:buClr>
                <a:srgbClr val="8FDCBB"/>
              </a:buClr>
              <a:buSzPts val="7000"/>
              <a:buFont typeface="Space Grotesk SemiBold"/>
              <a:buNone/>
              <a:defRPr sz="7000">
                <a:solidFill>
                  <a:srgbClr val="8FDCBB"/>
                </a:solidFill>
                <a:latin typeface="Space Grotesk SemiBold"/>
                <a:ea typeface="Space Grotesk SemiBold"/>
                <a:cs typeface="Space Grotesk SemiBold"/>
                <a:sym typeface="Space Grotesk SemiBold"/>
              </a:defRPr>
            </a:lvl1pPr>
            <a:lvl2pPr indent="-228600" lvl="1" marL="914400" algn="l">
              <a:lnSpc>
                <a:spcPct val="90000"/>
              </a:lnSpc>
              <a:spcBef>
                <a:spcPts val="500"/>
              </a:spcBef>
              <a:spcAft>
                <a:spcPts val="0"/>
              </a:spcAft>
              <a:buClr>
                <a:schemeClr val="dk1"/>
              </a:buClr>
              <a:buSzPts val="2400"/>
              <a:buFont typeface="Space Grotesk"/>
              <a:buNone/>
              <a:defRPr/>
            </a:lvl2pPr>
            <a:lvl3pPr indent="-228600" lvl="2" marL="1371600" algn="l">
              <a:lnSpc>
                <a:spcPct val="90000"/>
              </a:lnSpc>
              <a:spcBef>
                <a:spcPts val="500"/>
              </a:spcBef>
              <a:spcAft>
                <a:spcPts val="0"/>
              </a:spcAft>
              <a:buClr>
                <a:schemeClr val="dk1"/>
              </a:buClr>
              <a:buSzPts val="2000"/>
              <a:buFont typeface="Space Grotesk"/>
              <a:buNone/>
              <a:defRPr/>
            </a:lvl3pPr>
            <a:lvl4pPr indent="-228600" lvl="3" marL="1828800" algn="l">
              <a:lnSpc>
                <a:spcPct val="90000"/>
              </a:lnSpc>
              <a:spcBef>
                <a:spcPts val="500"/>
              </a:spcBef>
              <a:spcAft>
                <a:spcPts val="0"/>
              </a:spcAft>
              <a:buClr>
                <a:schemeClr val="dk1"/>
              </a:buClr>
              <a:buSzPts val="1800"/>
              <a:buFont typeface="Space Grotesk"/>
              <a:buNone/>
              <a:defRPr/>
            </a:lvl4pPr>
            <a:lvl5pPr indent="-228600" lvl="4" marL="2286000" algn="l">
              <a:lnSpc>
                <a:spcPct val="90000"/>
              </a:lnSpc>
              <a:spcBef>
                <a:spcPts val="500"/>
              </a:spcBef>
              <a:spcAft>
                <a:spcPts val="0"/>
              </a:spcAft>
              <a:buClr>
                <a:schemeClr val="dk1"/>
              </a:buClr>
              <a:buSzPts val="1800"/>
              <a:buFont typeface="Space Grotesk"/>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7" name="Google Shape;117;p14"/>
          <p:cNvSpPr txBox="1"/>
          <p:nvPr>
            <p:ph idx="13" type="body"/>
          </p:nvPr>
        </p:nvSpPr>
        <p:spPr>
          <a:xfrm>
            <a:off x="4577985" y="5297877"/>
            <a:ext cx="2991963" cy="720000"/>
          </a:xfrm>
          <a:prstGeom prst="rect">
            <a:avLst/>
          </a:prstGeom>
          <a:solidFill>
            <a:schemeClr val="lt1"/>
          </a:solidFill>
          <a:ln>
            <a:noFill/>
          </a:ln>
        </p:spPr>
        <p:txBody>
          <a:bodyPr anchorCtr="0" anchor="ctr" bIns="45700" lIns="91425" spcFirstLastPara="1" rIns="91425" wrap="square" tIns="45700">
            <a:noAutofit/>
          </a:bodyPr>
          <a:lstStyle>
            <a:lvl1pPr indent="-228600" lvl="0" marL="457200" algn="ctr">
              <a:lnSpc>
                <a:spcPct val="90000"/>
              </a:lnSpc>
              <a:spcBef>
                <a:spcPts val="0"/>
              </a:spcBef>
              <a:spcAft>
                <a:spcPts val="0"/>
              </a:spcAft>
              <a:buClr>
                <a:srgbClr val="8FDCBB"/>
              </a:buClr>
              <a:buSzPts val="1200"/>
              <a:buNone/>
              <a:defRPr b="0" sz="1200">
                <a:solidFill>
                  <a:srgbClr val="8FDCBB"/>
                </a:solidFill>
                <a:latin typeface="Space Grotesk SemiBold"/>
                <a:ea typeface="Space Grotesk SemiBold"/>
                <a:cs typeface="Space Grotesk SemiBold"/>
                <a:sym typeface="Space Grotesk SemiBold"/>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18" name="Google Shape;118;p14"/>
          <p:cNvSpPr/>
          <p:nvPr/>
        </p:nvSpPr>
        <p:spPr>
          <a:xfrm rot="2700000">
            <a:off x="8657200" y="4540889"/>
            <a:ext cx="1620000" cy="1620000"/>
          </a:xfrm>
          <a:prstGeom prst="rect">
            <a:avLst/>
          </a:prstGeom>
          <a:solidFill>
            <a:schemeClr val="lt1">
              <a:alpha val="10196"/>
            </a:schemeClr>
          </a:solidFill>
          <a:ln cap="flat" cmpd="sng" w="152400">
            <a:solidFill>
              <a:srgbClr val="143355">
                <a:alpha val="10196"/>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119" name="Google Shape;119;p14"/>
          <p:cNvSpPr txBox="1"/>
          <p:nvPr>
            <p:ph idx="14" type="body"/>
          </p:nvPr>
        </p:nvSpPr>
        <p:spPr>
          <a:xfrm>
            <a:off x="8927200" y="4673377"/>
            <a:ext cx="1080000" cy="612000"/>
          </a:xfrm>
          <a:prstGeom prst="rect">
            <a:avLst/>
          </a:prstGeom>
          <a:noFill/>
          <a:ln>
            <a:noFill/>
          </a:ln>
        </p:spPr>
        <p:txBody>
          <a:bodyPr anchorCtr="0" anchor="ctr" bIns="0" lIns="0" spcFirstLastPara="1" rIns="0" wrap="square" tIns="0">
            <a:noAutofit/>
          </a:bodyPr>
          <a:lstStyle>
            <a:lvl1pPr indent="-228600" lvl="0" marL="457200" algn="ctr">
              <a:lnSpc>
                <a:spcPct val="90000"/>
              </a:lnSpc>
              <a:spcBef>
                <a:spcPts val="1000"/>
              </a:spcBef>
              <a:spcAft>
                <a:spcPts val="0"/>
              </a:spcAft>
              <a:buClr>
                <a:srgbClr val="F5443A"/>
              </a:buClr>
              <a:buSzPts val="7000"/>
              <a:buFont typeface="Space Grotesk SemiBold"/>
              <a:buNone/>
              <a:defRPr sz="7000">
                <a:solidFill>
                  <a:srgbClr val="F5443A"/>
                </a:solidFill>
                <a:latin typeface="Space Grotesk SemiBold"/>
                <a:ea typeface="Space Grotesk SemiBold"/>
                <a:cs typeface="Space Grotesk SemiBold"/>
                <a:sym typeface="Space Grotesk SemiBold"/>
              </a:defRPr>
            </a:lvl1pPr>
            <a:lvl2pPr indent="-228600" lvl="1" marL="914400" algn="l">
              <a:lnSpc>
                <a:spcPct val="90000"/>
              </a:lnSpc>
              <a:spcBef>
                <a:spcPts val="500"/>
              </a:spcBef>
              <a:spcAft>
                <a:spcPts val="0"/>
              </a:spcAft>
              <a:buClr>
                <a:schemeClr val="dk1"/>
              </a:buClr>
              <a:buSzPts val="2400"/>
              <a:buFont typeface="Space Grotesk"/>
              <a:buNone/>
              <a:defRPr/>
            </a:lvl2pPr>
            <a:lvl3pPr indent="-228600" lvl="2" marL="1371600" algn="l">
              <a:lnSpc>
                <a:spcPct val="90000"/>
              </a:lnSpc>
              <a:spcBef>
                <a:spcPts val="500"/>
              </a:spcBef>
              <a:spcAft>
                <a:spcPts val="0"/>
              </a:spcAft>
              <a:buClr>
                <a:schemeClr val="dk1"/>
              </a:buClr>
              <a:buSzPts val="2000"/>
              <a:buFont typeface="Space Grotesk"/>
              <a:buNone/>
              <a:defRPr/>
            </a:lvl3pPr>
            <a:lvl4pPr indent="-228600" lvl="3" marL="1828800" algn="l">
              <a:lnSpc>
                <a:spcPct val="90000"/>
              </a:lnSpc>
              <a:spcBef>
                <a:spcPts val="500"/>
              </a:spcBef>
              <a:spcAft>
                <a:spcPts val="0"/>
              </a:spcAft>
              <a:buClr>
                <a:schemeClr val="dk1"/>
              </a:buClr>
              <a:buSzPts val="1800"/>
              <a:buFont typeface="Space Grotesk"/>
              <a:buNone/>
              <a:defRPr/>
            </a:lvl4pPr>
            <a:lvl5pPr indent="-228600" lvl="4" marL="2286000" algn="l">
              <a:lnSpc>
                <a:spcPct val="90000"/>
              </a:lnSpc>
              <a:spcBef>
                <a:spcPts val="500"/>
              </a:spcBef>
              <a:spcAft>
                <a:spcPts val="0"/>
              </a:spcAft>
              <a:buClr>
                <a:schemeClr val="dk1"/>
              </a:buClr>
              <a:buSzPts val="1800"/>
              <a:buFont typeface="Space Grotesk"/>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 name="Google Shape;120;p14"/>
          <p:cNvSpPr txBox="1"/>
          <p:nvPr>
            <p:ph idx="15" type="body"/>
          </p:nvPr>
        </p:nvSpPr>
        <p:spPr>
          <a:xfrm>
            <a:off x="7937200" y="5297877"/>
            <a:ext cx="2991963" cy="720000"/>
          </a:xfrm>
          <a:prstGeom prst="rect">
            <a:avLst/>
          </a:prstGeom>
          <a:solidFill>
            <a:schemeClr val="lt1"/>
          </a:solidFill>
          <a:ln>
            <a:noFill/>
          </a:ln>
        </p:spPr>
        <p:txBody>
          <a:bodyPr anchorCtr="0" anchor="ctr" bIns="45700" lIns="91425" spcFirstLastPara="1" rIns="91425" wrap="square" tIns="45700">
            <a:noAutofit/>
          </a:bodyPr>
          <a:lstStyle>
            <a:lvl1pPr indent="-228600" lvl="0" marL="457200" algn="ctr">
              <a:lnSpc>
                <a:spcPct val="90000"/>
              </a:lnSpc>
              <a:spcBef>
                <a:spcPts val="0"/>
              </a:spcBef>
              <a:spcAft>
                <a:spcPts val="0"/>
              </a:spcAft>
              <a:buClr>
                <a:srgbClr val="F5443A"/>
              </a:buClr>
              <a:buSzPts val="1200"/>
              <a:buNone/>
              <a:defRPr b="0" sz="1200">
                <a:solidFill>
                  <a:srgbClr val="F5443A"/>
                </a:solidFill>
                <a:latin typeface="Space Grotesk SemiBold"/>
                <a:ea typeface="Space Grotesk SemiBold"/>
                <a:cs typeface="Space Grotesk SemiBold"/>
                <a:sym typeface="Space Grotesk SemiBold"/>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1" name="Google Shape;121;p14"/>
          <p:cNvSpPr/>
          <p:nvPr/>
        </p:nvSpPr>
        <p:spPr>
          <a:xfrm rot="2700000">
            <a:off x="3613332" y="2734122"/>
            <a:ext cx="1620000" cy="1620000"/>
          </a:xfrm>
          <a:prstGeom prst="rect">
            <a:avLst/>
          </a:prstGeom>
          <a:solidFill>
            <a:schemeClr val="lt1">
              <a:alpha val="10196"/>
            </a:schemeClr>
          </a:solidFill>
          <a:ln cap="flat" cmpd="sng" w="152400">
            <a:solidFill>
              <a:srgbClr val="143355">
                <a:alpha val="10196"/>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122" name="Google Shape;122;p14"/>
          <p:cNvSpPr txBox="1"/>
          <p:nvPr>
            <p:ph idx="16" type="body"/>
          </p:nvPr>
        </p:nvSpPr>
        <p:spPr>
          <a:xfrm>
            <a:off x="3883332" y="2866610"/>
            <a:ext cx="1080000" cy="612000"/>
          </a:xfrm>
          <a:prstGeom prst="rect">
            <a:avLst/>
          </a:prstGeom>
          <a:noFill/>
          <a:ln>
            <a:noFill/>
          </a:ln>
        </p:spPr>
        <p:txBody>
          <a:bodyPr anchorCtr="0" anchor="ctr" bIns="0" lIns="0" spcFirstLastPara="1" rIns="0" wrap="square" tIns="0">
            <a:noAutofit/>
          </a:bodyPr>
          <a:lstStyle>
            <a:lvl1pPr indent="-228600" lvl="0" marL="457200" algn="ctr">
              <a:lnSpc>
                <a:spcPct val="90000"/>
              </a:lnSpc>
              <a:spcBef>
                <a:spcPts val="1000"/>
              </a:spcBef>
              <a:spcAft>
                <a:spcPts val="0"/>
              </a:spcAft>
              <a:buClr>
                <a:srgbClr val="C17250"/>
              </a:buClr>
              <a:buSzPts val="7000"/>
              <a:buFont typeface="Space Grotesk SemiBold"/>
              <a:buNone/>
              <a:defRPr sz="7000">
                <a:solidFill>
                  <a:srgbClr val="C17250"/>
                </a:solidFill>
                <a:latin typeface="Space Grotesk SemiBold"/>
                <a:ea typeface="Space Grotesk SemiBold"/>
                <a:cs typeface="Space Grotesk SemiBold"/>
                <a:sym typeface="Space Grotesk SemiBold"/>
              </a:defRPr>
            </a:lvl1pPr>
            <a:lvl2pPr indent="-228600" lvl="1" marL="914400" algn="l">
              <a:lnSpc>
                <a:spcPct val="90000"/>
              </a:lnSpc>
              <a:spcBef>
                <a:spcPts val="500"/>
              </a:spcBef>
              <a:spcAft>
                <a:spcPts val="0"/>
              </a:spcAft>
              <a:buClr>
                <a:schemeClr val="dk1"/>
              </a:buClr>
              <a:buSzPts val="2400"/>
              <a:buFont typeface="Space Grotesk"/>
              <a:buNone/>
              <a:defRPr/>
            </a:lvl2pPr>
            <a:lvl3pPr indent="-228600" lvl="2" marL="1371600" algn="l">
              <a:lnSpc>
                <a:spcPct val="90000"/>
              </a:lnSpc>
              <a:spcBef>
                <a:spcPts val="500"/>
              </a:spcBef>
              <a:spcAft>
                <a:spcPts val="0"/>
              </a:spcAft>
              <a:buClr>
                <a:schemeClr val="dk1"/>
              </a:buClr>
              <a:buSzPts val="2000"/>
              <a:buFont typeface="Space Grotesk"/>
              <a:buNone/>
              <a:defRPr/>
            </a:lvl3pPr>
            <a:lvl4pPr indent="-228600" lvl="3" marL="1828800" algn="l">
              <a:lnSpc>
                <a:spcPct val="90000"/>
              </a:lnSpc>
              <a:spcBef>
                <a:spcPts val="500"/>
              </a:spcBef>
              <a:spcAft>
                <a:spcPts val="0"/>
              </a:spcAft>
              <a:buClr>
                <a:schemeClr val="dk1"/>
              </a:buClr>
              <a:buSzPts val="1800"/>
              <a:buFont typeface="Space Grotesk"/>
              <a:buNone/>
              <a:defRPr/>
            </a:lvl4pPr>
            <a:lvl5pPr indent="-228600" lvl="4" marL="2286000" algn="l">
              <a:lnSpc>
                <a:spcPct val="90000"/>
              </a:lnSpc>
              <a:spcBef>
                <a:spcPts val="500"/>
              </a:spcBef>
              <a:spcAft>
                <a:spcPts val="0"/>
              </a:spcAft>
              <a:buClr>
                <a:schemeClr val="dk1"/>
              </a:buClr>
              <a:buSzPts val="1800"/>
              <a:buFont typeface="Space Grotesk"/>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 name="Google Shape;123;p14"/>
          <p:cNvSpPr txBox="1"/>
          <p:nvPr>
            <p:ph idx="17" type="body"/>
          </p:nvPr>
        </p:nvSpPr>
        <p:spPr>
          <a:xfrm>
            <a:off x="2893332" y="3491110"/>
            <a:ext cx="2960580" cy="720000"/>
          </a:xfrm>
          <a:prstGeom prst="rect">
            <a:avLst/>
          </a:prstGeom>
          <a:solidFill>
            <a:schemeClr val="lt1"/>
          </a:solidFill>
          <a:ln>
            <a:noFill/>
          </a:ln>
        </p:spPr>
        <p:txBody>
          <a:bodyPr anchorCtr="0" anchor="ctr" bIns="45700" lIns="91425" spcFirstLastPara="1" rIns="91425" wrap="square" tIns="45700">
            <a:noAutofit/>
          </a:bodyPr>
          <a:lstStyle>
            <a:lvl1pPr indent="-228600" lvl="0" marL="457200" algn="ctr">
              <a:lnSpc>
                <a:spcPct val="90000"/>
              </a:lnSpc>
              <a:spcBef>
                <a:spcPts val="0"/>
              </a:spcBef>
              <a:spcAft>
                <a:spcPts val="0"/>
              </a:spcAft>
              <a:buClr>
                <a:srgbClr val="C17250"/>
              </a:buClr>
              <a:buSzPts val="1200"/>
              <a:buNone/>
              <a:defRPr b="0" sz="1200">
                <a:solidFill>
                  <a:srgbClr val="C17250"/>
                </a:solidFill>
                <a:latin typeface="Space Grotesk SemiBold"/>
                <a:ea typeface="Space Grotesk SemiBold"/>
                <a:cs typeface="Space Grotesk SemiBold"/>
                <a:sym typeface="Space Grotesk SemiBold"/>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4" name="Google Shape;124;p14"/>
          <p:cNvSpPr/>
          <p:nvPr/>
        </p:nvSpPr>
        <p:spPr>
          <a:xfrm rot="2700000">
            <a:off x="7006527" y="2734122"/>
            <a:ext cx="1620000" cy="1620000"/>
          </a:xfrm>
          <a:prstGeom prst="rect">
            <a:avLst/>
          </a:prstGeom>
          <a:solidFill>
            <a:schemeClr val="lt1">
              <a:alpha val="10196"/>
            </a:schemeClr>
          </a:solidFill>
          <a:ln cap="flat" cmpd="sng" w="152400">
            <a:solidFill>
              <a:srgbClr val="143355">
                <a:alpha val="10196"/>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125" name="Google Shape;125;p14"/>
          <p:cNvSpPr txBox="1"/>
          <p:nvPr>
            <p:ph idx="18" type="body"/>
          </p:nvPr>
        </p:nvSpPr>
        <p:spPr>
          <a:xfrm>
            <a:off x="7276527" y="2866610"/>
            <a:ext cx="1080000" cy="612000"/>
          </a:xfrm>
          <a:prstGeom prst="rect">
            <a:avLst/>
          </a:prstGeom>
          <a:noFill/>
          <a:ln>
            <a:noFill/>
          </a:ln>
        </p:spPr>
        <p:txBody>
          <a:bodyPr anchorCtr="0" anchor="ctr" bIns="0" lIns="0" spcFirstLastPara="1" rIns="0" wrap="square" tIns="0">
            <a:noAutofit/>
          </a:bodyPr>
          <a:lstStyle>
            <a:lvl1pPr indent="-228600" lvl="0" marL="457200" algn="ctr">
              <a:lnSpc>
                <a:spcPct val="90000"/>
              </a:lnSpc>
              <a:spcBef>
                <a:spcPts val="1000"/>
              </a:spcBef>
              <a:spcAft>
                <a:spcPts val="0"/>
              </a:spcAft>
              <a:buClr>
                <a:srgbClr val="FF950A"/>
              </a:buClr>
              <a:buSzPts val="7000"/>
              <a:buFont typeface="Space Grotesk SemiBold"/>
              <a:buNone/>
              <a:defRPr sz="7000">
                <a:solidFill>
                  <a:srgbClr val="FF950A"/>
                </a:solidFill>
                <a:latin typeface="Space Grotesk SemiBold"/>
                <a:ea typeface="Space Grotesk SemiBold"/>
                <a:cs typeface="Space Grotesk SemiBold"/>
                <a:sym typeface="Space Grotesk SemiBold"/>
              </a:defRPr>
            </a:lvl1pPr>
            <a:lvl2pPr indent="-228600" lvl="1" marL="914400" algn="l">
              <a:lnSpc>
                <a:spcPct val="90000"/>
              </a:lnSpc>
              <a:spcBef>
                <a:spcPts val="500"/>
              </a:spcBef>
              <a:spcAft>
                <a:spcPts val="0"/>
              </a:spcAft>
              <a:buClr>
                <a:schemeClr val="dk1"/>
              </a:buClr>
              <a:buSzPts val="2400"/>
              <a:buFont typeface="Space Grotesk"/>
              <a:buNone/>
              <a:defRPr/>
            </a:lvl2pPr>
            <a:lvl3pPr indent="-228600" lvl="2" marL="1371600" algn="l">
              <a:lnSpc>
                <a:spcPct val="90000"/>
              </a:lnSpc>
              <a:spcBef>
                <a:spcPts val="500"/>
              </a:spcBef>
              <a:spcAft>
                <a:spcPts val="0"/>
              </a:spcAft>
              <a:buClr>
                <a:schemeClr val="dk1"/>
              </a:buClr>
              <a:buSzPts val="2000"/>
              <a:buFont typeface="Space Grotesk"/>
              <a:buNone/>
              <a:defRPr/>
            </a:lvl3pPr>
            <a:lvl4pPr indent="-228600" lvl="3" marL="1828800" algn="l">
              <a:lnSpc>
                <a:spcPct val="90000"/>
              </a:lnSpc>
              <a:spcBef>
                <a:spcPts val="500"/>
              </a:spcBef>
              <a:spcAft>
                <a:spcPts val="0"/>
              </a:spcAft>
              <a:buClr>
                <a:schemeClr val="dk1"/>
              </a:buClr>
              <a:buSzPts val="1800"/>
              <a:buFont typeface="Space Grotesk"/>
              <a:buNone/>
              <a:defRPr/>
            </a:lvl4pPr>
            <a:lvl5pPr indent="-228600" lvl="4" marL="2286000" algn="l">
              <a:lnSpc>
                <a:spcPct val="90000"/>
              </a:lnSpc>
              <a:spcBef>
                <a:spcPts val="500"/>
              </a:spcBef>
              <a:spcAft>
                <a:spcPts val="0"/>
              </a:spcAft>
              <a:buClr>
                <a:schemeClr val="dk1"/>
              </a:buClr>
              <a:buSzPts val="1800"/>
              <a:buFont typeface="Space Grotesk"/>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 name="Google Shape;126;p14"/>
          <p:cNvSpPr txBox="1"/>
          <p:nvPr>
            <p:ph idx="19" type="body"/>
          </p:nvPr>
        </p:nvSpPr>
        <p:spPr>
          <a:xfrm>
            <a:off x="6286527" y="3491110"/>
            <a:ext cx="2960580" cy="720000"/>
          </a:xfrm>
          <a:prstGeom prst="rect">
            <a:avLst/>
          </a:prstGeom>
          <a:solidFill>
            <a:schemeClr val="lt1"/>
          </a:solidFill>
          <a:ln>
            <a:noFill/>
          </a:ln>
        </p:spPr>
        <p:txBody>
          <a:bodyPr anchorCtr="0" anchor="ctr" bIns="45700" lIns="91425" spcFirstLastPara="1" rIns="91425" wrap="square" tIns="45700">
            <a:noAutofit/>
          </a:bodyPr>
          <a:lstStyle>
            <a:lvl1pPr indent="-228600" lvl="0" marL="457200" algn="ctr">
              <a:lnSpc>
                <a:spcPct val="90000"/>
              </a:lnSpc>
              <a:spcBef>
                <a:spcPts val="0"/>
              </a:spcBef>
              <a:spcAft>
                <a:spcPts val="0"/>
              </a:spcAft>
              <a:buClr>
                <a:srgbClr val="FF950A"/>
              </a:buClr>
              <a:buSzPts val="1200"/>
              <a:buNone/>
              <a:defRPr b="0" sz="1200">
                <a:solidFill>
                  <a:srgbClr val="FF950A"/>
                </a:solidFill>
                <a:latin typeface="Space Grotesk SemiBold"/>
                <a:ea typeface="Space Grotesk SemiBold"/>
                <a:cs typeface="Space Grotesk SemiBold"/>
                <a:sym typeface="Space Grotesk SemiBold"/>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apositive de titre">
  <p:cSld name="1_Diapositive de titre">
    <p:spTree>
      <p:nvGrpSpPr>
        <p:cNvPr id="127" name="Shape 127"/>
        <p:cNvGrpSpPr/>
        <p:nvPr/>
      </p:nvGrpSpPr>
      <p:grpSpPr>
        <a:xfrm>
          <a:off x="0" y="0"/>
          <a:ext cx="0" cy="0"/>
          <a:chOff x="0" y="0"/>
          <a:chExt cx="0" cy="0"/>
        </a:xfrm>
      </p:grpSpPr>
      <p:sp>
        <p:nvSpPr>
          <p:cNvPr id="128" name="Google Shape;128;p1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5400"/>
              <a:buFont typeface="Space Grotesk SemiBold"/>
              <a:buNone/>
              <a:defRPr sz="5400">
                <a:latin typeface="Space Grotesk SemiBold"/>
                <a:ea typeface="Space Grotesk SemiBold"/>
                <a:cs typeface="Space Grotesk SemiBold"/>
                <a:sym typeface="Space Grotesk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9" name="Google Shape;129;p15"/>
          <p:cNvSpPr txBox="1"/>
          <p:nvPr>
            <p:ph idx="1" type="subTitle"/>
          </p:nvPr>
        </p:nvSpPr>
        <p:spPr>
          <a:xfrm>
            <a:off x="1524000" y="3602038"/>
            <a:ext cx="9144000" cy="360503"/>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rgbClr val="143355"/>
              </a:buClr>
              <a:buSzPts val="1200"/>
              <a:buNone/>
              <a:defRPr sz="1200">
                <a:solidFill>
                  <a:srgbClr val="143355"/>
                </a:solidFill>
                <a:latin typeface="Space Grotesk SemiBold"/>
                <a:ea typeface="Space Grotesk SemiBold"/>
                <a:cs typeface="Space Grotesk SemiBold"/>
                <a:sym typeface="Space Grotesk SemiBold"/>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30" name="Google Shape;130;p15"/>
          <p:cNvSpPr/>
          <p:nvPr/>
        </p:nvSpPr>
        <p:spPr>
          <a:xfrm rot="2700000">
            <a:off x="-355264" y="3069000"/>
            <a:ext cx="720201" cy="720000"/>
          </a:xfrm>
          <a:prstGeom prst="rect">
            <a:avLst/>
          </a:prstGeom>
          <a:solidFill>
            <a:srgbClr val="143355"/>
          </a:solidFill>
          <a:ln cap="flat" cmpd="sng" w="12700">
            <a:solidFill>
              <a:schemeClr val="lt1">
                <a:alpha val="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pic>
        <p:nvPicPr>
          <p:cNvPr id="131" name="Google Shape;131;p15"/>
          <p:cNvPicPr preferRelativeResize="0"/>
          <p:nvPr/>
        </p:nvPicPr>
        <p:blipFill rotWithShape="1">
          <a:blip r:embed="rId2">
            <a:alphaModFix/>
          </a:blip>
          <a:srcRect b="0" l="0" r="0" t="0"/>
          <a:stretch/>
        </p:blipFill>
        <p:spPr>
          <a:xfrm>
            <a:off x="11160000" y="5580000"/>
            <a:ext cx="726279" cy="1005354"/>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eux contenus">
  <p:cSld name="1_Deux contenus">
    <p:spTree>
      <p:nvGrpSpPr>
        <p:cNvPr id="132" name="Shape 132"/>
        <p:cNvGrpSpPr/>
        <p:nvPr/>
      </p:nvGrpSpPr>
      <p:grpSpPr>
        <a:xfrm>
          <a:off x="0" y="0"/>
          <a:ext cx="0" cy="0"/>
          <a:chOff x="0" y="0"/>
          <a:chExt cx="0" cy="0"/>
        </a:xfrm>
      </p:grpSpPr>
      <p:sp>
        <p:nvSpPr>
          <p:cNvPr id="133" name="Google Shape;133;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000"/>
              <a:buFont typeface="Space Grotesk SemiBold"/>
              <a:buNone/>
              <a:defRPr>
                <a:latin typeface="Space Grotesk SemiBold"/>
                <a:ea typeface="Space Grotesk SemiBold"/>
                <a:cs typeface="Space Grotesk SemiBold"/>
                <a:sym typeface="Space Grotesk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4" name="Google Shape;134;p1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Space Grotesk Medium"/>
                <a:ea typeface="Space Grotesk Medium"/>
                <a:cs typeface="Space Grotesk Medium"/>
                <a:sym typeface="Space Grotesk Medium"/>
              </a:defRPr>
            </a:lvl1pPr>
            <a:lvl2pPr indent="-381000" lvl="1" marL="914400" algn="l">
              <a:lnSpc>
                <a:spcPct val="90000"/>
              </a:lnSpc>
              <a:spcBef>
                <a:spcPts val="500"/>
              </a:spcBef>
              <a:spcAft>
                <a:spcPts val="0"/>
              </a:spcAft>
              <a:buClr>
                <a:schemeClr val="dk1"/>
              </a:buClr>
              <a:buSzPts val="2400"/>
              <a:buChar char="•"/>
              <a:defRPr>
                <a:latin typeface="Space Grotesk"/>
                <a:ea typeface="Space Grotesk"/>
                <a:cs typeface="Space Grotesk"/>
                <a:sym typeface="Space Grotesk"/>
              </a:defRPr>
            </a:lvl2pPr>
            <a:lvl3pPr indent="-355600" lvl="2" marL="1371600" algn="l">
              <a:lnSpc>
                <a:spcPct val="90000"/>
              </a:lnSpc>
              <a:spcBef>
                <a:spcPts val="500"/>
              </a:spcBef>
              <a:spcAft>
                <a:spcPts val="0"/>
              </a:spcAft>
              <a:buClr>
                <a:schemeClr val="dk1"/>
              </a:buClr>
              <a:buSzPts val="2000"/>
              <a:buChar char="•"/>
              <a:defRPr>
                <a:latin typeface="Space Grotesk"/>
                <a:ea typeface="Space Grotesk"/>
                <a:cs typeface="Space Grotesk"/>
                <a:sym typeface="Space Grotesk"/>
              </a:defRPr>
            </a:lvl3pPr>
            <a:lvl4pPr indent="-342900" lvl="3" marL="18288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4pPr>
            <a:lvl5pPr indent="-342900" lvl="4" marL="22860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 name="Google Shape;135;p1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Space Grotesk Medium"/>
                <a:ea typeface="Space Grotesk Medium"/>
                <a:cs typeface="Space Grotesk Medium"/>
                <a:sym typeface="Space Grotesk Medium"/>
              </a:defRPr>
            </a:lvl1pPr>
            <a:lvl2pPr indent="-381000" lvl="1" marL="914400" algn="l">
              <a:lnSpc>
                <a:spcPct val="90000"/>
              </a:lnSpc>
              <a:spcBef>
                <a:spcPts val="500"/>
              </a:spcBef>
              <a:spcAft>
                <a:spcPts val="0"/>
              </a:spcAft>
              <a:buClr>
                <a:schemeClr val="dk1"/>
              </a:buClr>
              <a:buSzPts val="2400"/>
              <a:buChar char="•"/>
              <a:defRPr>
                <a:latin typeface="Space Grotesk"/>
                <a:ea typeface="Space Grotesk"/>
                <a:cs typeface="Space Grotesk"/>
                <a:sym typeface="Space Grotesk"/>
              </a:defRPr>
            </a:lvl2pPr>
            <a:lvl3pPr indent="-355600" lvl="2" marL="1371600" algn="l">
              <a:lnSpc>
                <a:spcPct val="90000"/>
              </a:lnSpc>
              <a:spcBef>
                <a:spcPts val="500"/>
              </a:spcBef>
              <a:spcAft>
                <a:spcPts val="0"/>
              </a:spcAft>
              <a:buClr>
                <a:schemeClr val="dk1"/>
              </a:buClr>
              <a:buSzPts val="2000"/>
              <a:buChar char="•"/>
              <a:defRPr>
                <a:latin typeface="Space Grotesk"/>
                <a:ea typeface="Space Grotesk"/>
                <a:cs typeface="Space Grotesk"/>
                <a:sym typeface="Space Grotesk"/>
              </a:defRPr>
            </a:lvl3pPr>
            <a:lvl4pPr indent="-342900" lvl="3" marL="18288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4pPr>
            <a:lvl5pPr indent="-342900" lvl="4" marL="22860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36" name="Google Shape;136;p16"/>
          <p:cNvPicPr preferRelativeResize="0"/>
          <p:nvPr/>
        </p:nvPicPr>
        <p:blipFill rotWithShape="1">
          <a:blip r:embed="rId2">
            <a:alphaModFix/>
          </a:blip>
          <a:srcRect b="0" l="0" r="0" t="0"/>
          <a:stretch/>
        </p:blipFill>
        <p:spPr>
          <a:xfrm>
            <a:off x="11160000" y="5580000"/>
            <a:ext cx="726279" cy="1005354"/>
          </a:xfrm>
          <a:prstGeom prst="rect">
            <a:avLst/>
          </a:prstGeom>
          <a:noFill/>
          <a:ln>
            <a:noFill/>
          </a:ln>
        </p:spPr>
      </p:pic>
      <p:sp>
        <p:nvSpPr>
          <p:cNvPr id="137" name="Google Shape;137;p16"/>
          <p:cNvSpPr/>
          <p:nvPr/>
        </p:nvSpPr>
        <p:spPr>
          <a:xfrm rot="2700000">
            <a:off x="-355264" y="3069000"/>
            <a:ext cx="720201" cy="720000"/>
          </a:xfrm>
          <a:prstGeom prst="rect">
            <a:avLst/>
          </a:prstGeom>
          <a:solidFill>
            <a:srgbClr val="143355"/>
          </a:solidFill>
          <a:ln cap="flat" cmpd="sng" w="12700">
            <a:solidFill>
              <a:schemeClr val="lt1">
                <a:alpha val="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Image avec légende">
  <p:cSld name="1_Image avec légende">
    <p:spTree>
      <p:nvGrpSpPr>
        <p:cNvPr id="138" name="Shape 138"/>
        <p:cNvGrpSpPr/>
        <p:nvPr/>
      </p:nvGrpSpPr>
      <p:grpSpPr>
        <a:xfrm>
          <a:off x="0" y="0"/>
          <a:ext cx="0" cy="0"/>
          <a:chOff x="0" y="0"/>
          <a:chExt cx="0" cy="0"/>
        </a:xfrm>
      </p:grpSpPr>
      <p:sp>
        <p:nvSpPr>
          <p:cNvPr id="139" name="Google Shape;139;p1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Space Grotesk SemiBold"/>
              <a:buNone/>
              <a:defRPr sz="3200">
                <a:latin typeface="Space Grotesk SemiBold"/>
                <a:ea typeface="Space Grotesk SemiBold"/>
                <a:cs typeface="Space Grotesk SemiBold"/>
                <a:sym typeface="Space Grotesk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0" name="Google Shape;140;p17"/>
          <p:cNvSpPr/>
          <p:nvPr>
            <p:ph idx="2" type="pic"/>
          </p:nvPr>
        </p:nvSpPr>
        <p:spPr>
          <a:xfrm>
            <a:off x="5183188" y="987425"/>
            <a:ext cx="6172200" cy="4873625"/>
          </a:xfrm>
          <a:prstGeom prst="rect">
            <a:avLst/>
          </a:prstGeom>
          <a:noFill/>
          <a:ln>
            <a:noFill/>
          </a:ln>
        </p:spPr>
      </p:sp>
      <p:sp>
        <p:nvSpPr>
          <p:cNvPr id="141" name="Google Shape;141;p1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b="0" i="0" sz="1600">
                <a:latin typeface="Space Grotesk"/>
                <a:ea typeface="Space Grotesk"/>
                <a:cs typeface="Space Grotesk"/>
                <a:sym typeface="Space Grotesk"/>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pic>
        <p:nvPicPr>
          <p:cNvPr id="142" name="Google Shape;142;p17"/>
          <p:cNvPicPr preferRelativeResize="0"/>
          <p:nvPr/>
        </p:nvPicPr>
        <p:blipFill rotWithShape="1">
          <a:blip r:embed="rId2">
            <a:alphaModFix/>
          </a:blip>
          <a:srcRect b="0" l="0" r="0" t="0"/>
          <a:stretch/>
        </p:blipFill>
        <p:spPr>
          <a:xfrm>
            <a:off x="11160000" y="5580000"/>
            <a:ext cx="726279" cy="1005354"/>
          </a:xfrm>
          <a:prstGeom prst="rect">
            <a:avLst/>
          </a:prstGeom>
          <a:noFill/>
          <a:ln>
            <a:noFill/>
          </a:ln>
        </p:spPr>
      </p:pic>
      <p:sp>
        <p:nvSpPr>
          <p:cNvPr id="143" name="Google Shape;143;p17"/>
          <p:cNvSpPr/>
          <p:nvPr/>
        </p:nvSpPr>
        <p:spPr>
          <a:xfrm rot="2700000">
            <a:off x="-355264" y="3069000"/>
            <a:ext cx="720201" cy="720000"/>
          </a:xfrm>
          <a:prstGeom prst="rect">
            <a:avLst/>
          </a:prstGeom>
          <a:solidFill>
            <a:srgbClr val="143355"/>
          </a:solidFill>
          <a:ln cap="flat" cmpd="sng" w="12700">
            <a:solidFill>
              <a:schemeClr val="lt1">
                <a:alpha val="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Diapositive de titre">
  <p:cSld name="2_Diapositive de titre">
    <p:spTree>
      <p:nvGrpSpPr>
        <p:cNvPr id="144" name="Shape 144"/>
        <p:cNvGrpSpPr/>
        <p:nvPr/>
      </p:nvGrpSpPr>
      <p:grpSpPr>
        <a:xfrm>
          <a:off x="0" y="0"/>
          <a:ext cx="0" cy="0"/>
          <a:chOff x="0" y="0"/>
          <a:chExt cx="0" cy="0"/>
        </a:xfrm>
      </p:grpSpPr>
      <p:sp>
        <p:nvSpPr>
          <p:cNvPr id="145" name="Google Shape;145;p1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5400"/>
              <a:buFont typeface="Space Grotesk SemiBold"/>
              <a:buNone/>
              <a:defRPr sz="5400">
                <a:latin typeface="Space Grotesk SemiBold"/>
                <a:ea typeface="Space Grotesk SemiBold"/>
                <a:cs typeface="Space Grotesk SemiBold"/>
                <a:sym typeface="Space Grotesk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6" name="Google Shape;146;p18"/>
          <p:cNvSpPr txBox="1"/>
          <p:nvPr>
            <p:ph idx="1" type="subTitle"/>
          </p:nvPr>
        </p:nvSpPr>
        <p:spPr>
          <a:xfrm>
            <a:off x="1524000" y="3602038"/>
            <a:ext cx="9144000" cy="360503"/>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rgbClr val="0038D5"/>
              </a:buClr>
              <a:buSzPts val="1200"/>
              <a:buNone/>
              <a:defRPr sz="1200">
                <a:solidFill>
                  <a:srgbClr val="0038D5"/>
                </a:solidFill>
                <a:latin typeface="Space Grotesk SemiBold"/>
                <a:ea typeface="Space Grotesk SemiBold"/>
                <a:cs typeface="Space Grotesk SemiBold"/>
                <a:sym typeface="Space Grotesk SemiBold"/>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147" name="Google Shape;147;p18"/>
          <p:cNvPicPr preferRelativeResize="0"/>
          <p:nvPr/>
        </p:nvPicPr>
        <p:blipFill rotWithShape="1">
          <a:blip r:embed="rId2">
            <a:alphaModFix/>
          </a:blip>
          <a:srcRect b="0" l="0" r="0" t="0"/>
          <a:stretch/>
        </p:blipFill>
        <p:spPr>
          <a:xfrm>
            <a:off x="11160000" y="5580000"/>
            <a:ext cx="726279" cy="1005354"/>
          </a:xfrm>
          <a:prstGeom prst="rect">
            <a:avLst/>
          </a:prstGeom>
          <a:noFill/>
          <a:ln>
            <a:noFill/>
          </a:ln>
        </p:spPr>
      </p:pic>
      <p:sp>
        <p:nvSpPr>
          <p:cNvPr id="148" name="Google Shape;148;p18"/>
          <p:cNvSpPr/>
          <p:nvPr/>
        </p:nvSpPr>
        <p:spPr>
          <a:xfrm rot="2700000">
            <a:off x="-355264" y="3069000"/>
            <a:ext cx="720201" cy="720000"/>
          </a:xfrm>
          <a:prstGeom prst="rect">
            <a:avLst/>
          </a:prstGeom>
          <a:solidFill>
            <a:srgbClr val="0038D5"/>
          </a:solidFill>
          <a:ln cap="flat" cmpd="sng" w="12700">
            <a:solidFill>
              <a:schemeClr val="lt1">
                <a:alpha val="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Deux contenus">
  <p:cSld name="2_Deux contenus">
    <p:spTree>
      <p:nvGrpSpPr>
        <p:cNvPr id="149" name="Shape 149"/>
        <p:cNvGrpSpPr/>
        <p:nvPr/>
      </p:nvGrpSpPr>
      <p:grpSpPr>
        <a:xfrm>
          <a:off x="0" y="0"/>
          <a:ext cx="0" cy="0"/>
          <a:chOff x="0" y="0"/>
          <a:chExt cx="0" cy="0"/>
        </a:xfrm>
      </p:grpSpPr>
      <p:sp>
        <p:nvSpPr>
          <p:cNvPr id="150" name="Google Shape;150;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000"/>
              <a:buFont typeface="Space Grotesk SemiBold"/>
              <a:buNone/>
              <a:defRPr>
                <a:latin typeface="Space Grotesk SemiBold"/>
                <a:ea typeface="Space Grotesk SemiBold"/>
                <a:cs typeface="Space Grotesk SemiBold"/>
                <a:sym typeface="Space Grotesk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51" name="Google Shape;151;p19"/>
          <p:cNvPicPr preferRelativeResize="0"/>
          <p:nvPr/>
        </p:nvPicPr>
        <p:blipFill rotWithShape="1">
          <a:blip r:embed="rId2">
            <a:alphaModFix/>
          </a:blip>
          <a:srcRect b="0" l="0" r="0" t="0"/>
          <a:stretch/>
        </p:blipFill>
        <p:spPr>
          <a:xfrm>
            <a:off x="11160000" y="5580000"/>
            <a:ext cx="726279" cy="1005354"/>
          </a:xfrm>
          <a:prstGeom prst="rect">
            <a:avLst/>
          </a:prstGeom>
          <a:noFill/>
          <a:ln>
            <a:noFill/>
          </a:ln>
        </p:spPr>
      </p:pic>
      <p:sp>
        <p:nvSpPr>
          <p:cNvPr id="152" name="Google Shape;152;p19"/>
          <p:cNvSpPr/>
          <p:nvPr/>
        </p:nvSpPr>
        <p:spPr>
          <a:xfrm rot="2700000">
            <a:off x="-355264" y="3069000"/>
            <a:ext cx="720201" cy="720000"/>
          </a:xfrm>
          <a:prstGeom prst="rect">
            <a:avLst/>
          </a:prstGeom>
          <a:solidFill>
            <a:srgbClr val="0038D5"/>
          </a:solidFill>
          <a:ln cap="flat" cmpd="sng" w="12700">
            <a:solidFill>
              <a:schemeClr val="lt1">
                <a:alpha val="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153" name="Google Shape;153;p1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Space Grotesk Medium"/>
                <a:ea typeface="Space Grotesk Medium"/>
                <a:cs typeface="Space Grotesk Medium"/>
                <a:sym typeface="Space Grotesk Medium"/>
              </a:defRPr>
            </a:lvl1pPr>
            <a:lvl2pPr indent="-381000" lvl="1" marL="914400" algn="l">
              <a:lnSpc>
                <a:spcPct val="90000"/>
              </a:lnSpc>
              <a:spcBef>
                <a:spcPts val="500"/>
              </a:spcBef>
              <a:spcAft>
                <a:spcPts val="0"/>
              </a:spcAft>
              <a:buClr>
                <a:schemeClr val="dk1"/>
              </a:buClr>
              <a:buSzPts val="2400"/>
              <a:buChar char="•"/>
              <a:defRPr>
                <a:latin typeface="Space Grotesk"/>
                <a:ea typeface="Space Grotesk"/>
                <a:cs typeface="Space Grotesk"/>
                <a:sym typeface="Space Grotesk"/>
              </a:defRPr>
            </a:lvl2pPr>
            <a:lvl3pPr indent="-355600" lvl="2" marL="1371600" algn="l">
              <a:lnSpc>
                <a:spcPct val="90000"/>
              </a:lnSpc>
              <a:spcBef>
                <a:spcPts val="500"/>
              </a:spcBef>
              <a:spcAft>
                <a:spcPts val="0"/>
              </a:spcAft>
              <a:buClr>
                <a:schemeClr val="dk1"/>
              </a:buClr>
              <a:buSzPts val="2000"/>
              <a:buChar char="•"/>
              <a:defRPr>
                <a:latin typeface="Space Grotesk"/>
                <a:ea typeface="Space Grotesk"/>
                <a:cs typeface="Space Grotesk"/>
                <a:sym typeface="Space Grotesk"/>
              </a:defRPr>
            </a:lvl3pPr>
            <a:lvl4pPr indent="-342900" lvl="3" marL="18288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4pPr>
            <a:lvl5pPr indent="-342900" lvl="4" marL="22860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4" name="Google Shape;154;p1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Space Grotesk Medium"/>
                <a:ea typeface="Space Grotesk Medium"/>
                <a:cs typeface="Space Grotesk Medium"/>
                <a:sym typeface="Space Grotesk Medium"/>
              </a:defRPr>
            </a:lvl1pPr>
            <a:lvl2pPr indent="-381000" lvl="1" marL="914400" algn="l">
              <a:lnSpc>
                <a:spcPct val="90000"/>
              </a:lnSpc>
              <a:spcBef>
                <a:spcPts val="500"/>
              </a:spcBef>
              <a:spcAft>
                <a:spcPts val="0"/>
              </a:spcAft>
              <a:buClr>
                <a:schemeClr val="dk1"/>
              </a:buClr>
              <a:buSzPts val="2400"/>
              <a:buChar char="•"/>
              <a:defRPr>
                <a:latin typeface="Space Grotesk"/>
                <a:ea typeface="Space Grotesk"/>
                <a:cs typeface="Space Grotesk"/>
                <a:sym typeface="Space Grotesk"/>
              </a:defRPr>
            </a:lvl2pPr>
            <a:lvl3pPr indent="-355600" lvl="2" marL="1371600" algn="l">
              <a:lnSpc>
                <a:spcPct val="90000"/>
              </a:lnSpc>
              <a:spcBef>
                <a:spcPts val="500"/>
              </a:spcBef>
              <a:spcAft>
                <a:spcPts val="0"/>
              </a:spcAft>
              <a:buClr>
                <a:schemeClr val="dk1"/>
              </a:buClr>
              <a:buSzPts val="2000"/>
              <a:buChar char="•"/>
              <a:defRPr>
                <a:latin typeface="Space Grotesk"/>
                <a:ea typeface="Space Grotesk"/>
                <a:cs typeface="Space Grotesk"/>
                <a:sym typeface="Space Grotesk"/>
              </a:defRPr>
            </a:lvl3pPr>
            <a:lvl4pPr indent="-342900" lvl="3" marL="18288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4pPr>
            <a:lvl5pPr indent="-342900" lvl="4" marL="22860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Image avec légende">
  <p:cSld name="2_Image avec légende">
    <p:spTree>
      <p:nvGrpSpPr>
        <p:cNvPr id="155" name="Shape 155"/>
        <p:cNvGrpSpPr/>
        <p:nvPr/>
      </p:nvGrpSpPr>
      <p:grpSpPr>
        <a:xfrm>
          <a:off x="0" y="0"/>
          <a:ext cx="0" cy="0"/>
          <a:chOff x="0" y="0"/>
          <a:chExt cx="0" cy="0"/>
        </a:xfrm>
      </p:grpSpPr>
      <p:sp>
        <p:nvSpPr>
          <p:cNvPr id="156" name="Google Shape;156;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Space Grotesk SemiBold"/>
              <a:buNone/>
              <a:defRPr sz="3200">
                <a:latin typeface="Space Grotesk SemiBold"/>
                <a:ea typeface="Space Grotesk SemiBold"/>
                <a:cs typeface="Space Grotesk SemiBold"/>
                <a:sym typeface="Space Grotesk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7" name="Google Shape;157;p20"/>
          <p:cNvSpPr/>
          <p:nvPr>
            <p:ph idx="2" type="pic"/>
          </p:nvPr>
        </p:nvSpPr>
        <p:spPr>
          <a:xfrm>
            <a:off x="5183188" y="987425"/>
            <a:ext cx="6172200" cy="4873625"/>
          </a:xfrm>
          <a:prstGeom prst="rect">
            <a:avLst/>
          </a:prstGeom>
          <a:noFill/>
          <a:ln>
            <a:noFill/>
          </a:ln>
        </p:spPr>
      </p:sp>
      <p:pic>
        <p:nvPicPr>
          <p:cNvPr id="158" name="Google Shape;158;p20"/>
          <p:cNvPicPr preferRelativeResize="0"/>
          <p:nvPr/>
        </p:nvPicPr>
        <p:blipFill rotWithShape="1">
          <a:blip r:embed="rId2">
            <a:alphaModFix/>
          </a:blip>
          <a:srcRect b="0" l="0" r="0" t="0"/>
          <a:stretch/>
        </p:blipFill>
        <p:spPr>
          <a:xfrm>
            <a:off x="11160000" y="5580000"/>
            <a:ext cx="726279" cy="1005354"/>
          </a:xfrm>
          <a:prstGeom prst="rect">
            <a:avLst/>
          </a:prstGeom>
          <a:noFill/>
          <a:ln>
            <a:noFill/>
          </a:ln>
        </p:spPr>
      </p:pic>
      <p:sp>
        <p:nvSpPr>
          <p:cNvPr id="159" name="Google Shape;159;p20"/>
          <p:cNvSpPr/>
          <p:nvPr/>
        </p:nvSpPr>
        <p:spPr>
          <a:xfrm rot="2700000">
            <a:off x="-355264" y="3069000"/>
            <a:ext cx="720201" cy="720000"/>
          </a:xfrm>
          <a:prstGeom prst="rect">
            <a:avLst/>
          </a:prstGeom>
          <a:solidFill>
            <a:srgbClr val="0038D5"/>
          </a:solidFill>
          <a:ln cap="flat" cmpd="sng" w="12700">
            <a:solidFill>
              <a:schemeClr val="lt1">
                <a:alpha val="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160" name="Google Shape;160;p2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b="0" i="0" sz="1600">
                <a:latin typeface="Space Grotesk"/>
                <a:ea typeface="Space Grotesk"/>
                <a:cs typeface="Space Grotesk"/>
                <a:sym typeface="Space Grotesk"/>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Diapositive de titre">
  <p:cSld name="3_Diapositive de titre">
    <p:spTree>
      <p:nvGrpSpPr>
        <p:cNvPr id="161" name="Shape 161"/>
        <p:cNvGrpSpPr/>
        <p:nvPr/>
      </p:nvGrpSpPr>
      <p:grpSpPr>
        <a:xfrm>
          <a:off x="0" y="0"/>
          <a:ext cx="0" cy="0"/>
          <a:chOff x="0" y="0"/>
          <a:chExt cx="0" cy="0"/>
        </a:xfrm>
      </p:grpSpPr>
      <p:sp>
        <p:nvSpPr>
          <p:cNvPr id="162" name="Google Shape;162;p2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5400"/>
              <a:buFont typeface="Space Grotesk SemiBold"/>
              <a:buNone/>
              <a:defRPr sz="5400">
                <a:latin typeface="Space Grotesk SemiBold"/>
                <a:ea typeface="Space Grotesk SemiBold"/>
                <a:cs typeface="Space Grotesk SemiBold"/>
                <a:sym typeface="Space Grotesk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3" name="Google Shape;163;p21"/>
          <p:cNvSpPr txBox="1"/>
          <p:nvPr>
            <p:ph idx="1" type="subTitle"/>
          </p:nvPr>
        </p:nvSpPr>
        <p:spPr>
          <a:xfrm>
            <a:off x="1524000" y="3602038"/>
            <a:ext cx="9144000" cy="360503"/>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rgbClr val="488BC9"/>
              </a:buClr>
              <a:buSzPts val="1200"/>
              <a:buNone/>
              <a:defRPr sz="1200">
                <a:solidFill>
                  <a:srgbClr val="488BC9"/>
                </a:solidFill>
                <a:latin typeface="Space Grotesk SemiBold"/>
                <a:ea typeface="Space Grotesk SemiBold"/>
                <a:cs typeface="Space Grotesk SemiBold"/>
                <a:sym typeface="Space Grotesk SemiBold"/>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164" name="Google Shape;164;p21"/>
          <p:cNvPicPr preferRelativeResize="0"/>
          <p:nvPr/>
        </p:nvPicPr>
        <p:blipFill rotWithShape="1">
          <a:blip r:embed="rId2">
            <a:alphaModFix/>
          </a:blip>
          <a:srcRect b="0" l="0" r="0" t="0"/>
          <a:stretch/>
        </p:blipFill>
        <p:spPr>
          <a:xfrm>
            <a:off x="11160000" y="5580000"/>
            <a:ext cx="726279" cy="1005354"/>
          </a:xfrm>
          <a:prstGeom prst="rect">
            <a:avLst/>
          </a:prstGeom>
          <a:noFill/>
          <a:ln>
            <a:noFill/>
          </a:ln>
        </p:spPr>
      </p:pic>
      <p:sp>
        <p:nvSpPr>
          <p:cNvPr id="165" name="Google Shape;165;p21"/>
          <p:cNvSpPr/>
          <p:nvPr/>
        </p:nvSpPr>
        <p:spPr>
          <a:xfrm rot="2700000">
            <a:off x="-355264" y="3069000"/>
            <a:ext cx="720201" cy="720000"/>
          </a:xfrm>
          <a:prstGeom prst="rect">
            <a:avLst/>
          </a:prstGeom>
          <a:solidFill>
            <a:srgbClr val="488BC9"/>
          </a:solidFill>
          <a:ln cap="flat" cmpd="sng" w="12700">
            <a:solidFill>
              <a:schemeClr val="lt1">
                <a:alpha val="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Deux contenus">
  <p:cSld name="3_Deux contenus">
    <p:spTree>
      <p:nvGrpSpPr>
        <p:cNvPr id="166" name="Shape 166"/>
        <p:cNvGrpSpPr/>
        <p:nvPr/>
      </p:nvGrpSpPr>
      <p:grpSpPr>
        <a:xfrm>
          <a:off x="0" y="0"/>
          <a:ext cx="0" cy="0"/>
          <a:chOff x="0" y="0"/>
          <a:chExt cx="0" cy="0"/>
        </a:xfrm>
      </p:grpSpPr>
      <p:sp>
        <p:nvSpPr>
          <p:cNvPr id="167" name="Google Shape;167;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68" name="Google Shape;168;p22"/>
          <p:cNvPicPr preferRelativeResize="0"/>
          <p:nvPr/>
        </p:nvPicPr>
        <p:blipFill rotWithShape="1">
          <a:blip r:embed="rId2">
            <a:alphaModFix/>
          </a:blip>
          <a:srcRect b="0" l="0" r="0" t="0"/>
          <a:stretch/>
        </p:blipFill>
        <p:spPr>
          <a:xfrm>
            <a:off x="11160000" y="5580000"/>
            <a:ext cx="726279" cy="1005354"/>
          </a:xfrm>
          <a:prstGeom prst="rect">
            <a:avLst/>
          </a:prstGeom>
          <a:noFill/>
          <a:ln>
            <a:noFill/>
          </a:ln>
        </p:spPr>
      </p:pic>
      <p:sp>
        <p:nvSpPr>
          <p:cNvPr id="169" name="Google Shape;169;p22"/>
          <p:cNvSpPr/>
          <p:nvPr/>
        </p:nvSpPr>
        <p:spPr>
          <a:xfrm rot="2700000">
            <a:off x="-355264" y="3069000"/>
            <a:ext cx="720201" cy="720000"/>
          </a:xfrm>
          <a:prstGeom prst="rect">
            <a:avLst/>
          </a:prstGeom>
          <a:solidFill>
            <a:srgbClr val="488BC9"/>
          </a:solidFill>
          <a:ln cap="flat" cmpd="sng" w="12700">
            <a:solidFill>
              <a:schemeClr val="lt1">
                <a:alpha val="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170" name="Google Shape;170;p2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Space Grotesk Medium"/>
                <a:ea typeface="Space Grotesk Medium"/>
                <a:cs typeface="Space Grotesk Medium"/>
                <a:sym typeface="Space Grotesk Medium"/>
              </a:defRPr>
            </a:lvl1pPr>
            <a:lvl2pPr indent="-381000" lvl="1" marL="914400" algn="l">
              <a:lnSpc>
                <a:spcPct val="90000"/>
              </a:lnSpc>
              <a:spcBef>
                <a:spcPts val="500"/>
              </a:spcBef>
              <a:spcAft>
                <a:spcPts val="0"/>
              </a:spcAft>
              <a:buClr>
                <a:schemeClr val="dk1"/>
              </a:buClr>
              <a:buSzPts val="2400"/>
              <a:buChar char="•"/>
              <a:defRPr>
                <a:latin typeface="Space Grotesk"/>
                <a:ea typeface="Space Grotesk"/>
                <a:cs typeface="Space Grotesk"/>
                <a:sym typeface="Space Grotesk"/>
              </a:defRPr>
            </a:lvl2pPr>
            <a:lvl3pPr indent="-355600" lvl="2" marL="1371600" algn="l">
              <a:lnSpc>
                <a:spcPct val="90000"/>
              </a:lnSpc>
              <a:spcBef>
                <a:spcPts val="500"/>
              </a:spcBef>
              <a:spcAft>
                <a:spcPts val="0"/>
              </a:spcAft>
              <a:buClr>
                <a:schemeClr val="dk1"/>
              </a:buClr>
              <a:buSzPts val="2000"/>
              <a:buChar char="•"/>
              <a:defRPr>
                <a:latin typeface="Space Grotesk"/>
                <a:ea typeface="Space Grotesk"/>
                <a:cs typeface="Space Grotesk"/>
                <a:sym typeface="Space Grotesk"/>
              </a:defRPr>
            </a:lvl3pPr>
            <a:lvl4pPr indent="-342900" lvl="3" marL="18288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4pPr>
            <a:lvl5pPr indent="-342900" lvl="4" marL="22860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1" name="Google Shape;171;p2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Space Grotesk Medium"/>
                <a:ea typeface="Space Grotesk Medium"/>
                <a:cs typeface="Space Grotesk Medium"/>
                <a:sym typeface="Space Grotesk Medium"/>
              </a:defRPr>
            </a:lvl1pPr>
            <a:lvl2pPr indent="-381000" lvl="1" marL="914400" algn="l">
              <a:lnSpc>
                <a:spcPct val="90000"/>
              </a:lnSpc>
              <a:spcBef>
                <a:spcPts val="500"/>
              </a:spcBef>
              <a:spcAft>
                <a:spcPts val="0"/>
              </a:spcAft>
              <a:buClr>
                <a:schemeClr val="dk1"/>
              </a:buClr>
              <a:buSzPts val="2400"/>
              <a:buChar char="•"/>
              <a:defRPr>
                <a:latin typeface="Space Grotesk"/>
                <a:ea typeface="Space Grotesk"/>
                <a:cs typeface="Space Grotesk"/>
                <a:sym typeface="Space Grotesk"/>
              </a:defRPr>
            </a:lvl2pPr>
            <a:lvl3pPr indent="-355600" lvl="2" marL="1371600" algn="l">
              <a:lnSpc>
                <a:spcPct val="90000"/>
              </a:lnSpc>
              <a:spcBef>
                <a:spcPts val="500"/>
              </a:spcBef>
              <a:spcAft>
                <a:spcPts val="0"/>
              </a:spcAft>
              <a:buClr>
                <a:schemeClr val="dk1"/>
              </a:buClr>
              <a:buSzPts val="2000"/>
              <a:buChar char="•"/>
              <a:defRPr>
                <a:latin typeface="Space Grotesk"/>
                <a:ea typeface="Space Grotesk"/>
                <a:cs typeface="Space Grotesk"/>
                <a:sym typeface="Space Grotesk"/>
              </a:defRPr>
            </a:lvl3pPr>
            <a:lvl4pPr indent="-342900" lvl="3" marL="18288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4pPr>
            <a:lvl5pPr indent="-342900" lvl="4" marL="22860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Image avec légende">
  <p:cSld name="3_Image avec légende">
    <p:spTree>
      <p:nvGrpSpPr>
        <p:cNvPr id="172" name="Shape 172"/>
        <p:cNvGrpSpPr/>
        <p:nvPr/>
      </p:nvGrpSpPr>
      <p:grpSpPr>
        <a:xfrm>
          <a:off x="0" y="0"/>
          <a:ext cx="0" cy="0"/>
          <a:chOff x="0" y="0"/>
          <a:chExt cx="0" cy="0"/>
        </a:xfrm>
      </p:grpSpPr>
      <p:sp>
        <p:nvSpPr>
          <p:cNvPr id="173" name="Google Shape;173;p2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Space Grotesk SemiBold"/>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4" name="Google Shape;174;p23"/>
          <p:cNvSpPr/>
          <p:nvPr>
            <p:ph idx="2" type="pic"/>
          </p:nvPr>
        </p:nvSpPr>
        <p:spPr>
          <a:xfrm>
            <a:off x="5183188" y="987425"/>
            <a:ext cx="6172200" cy="4873625"/>
          </a:xfrm>
          <a:prstGeom prst="rect">
            <a:avLst/>
          </a:prstGeom>
          <a:noFill/>
          <a:ln>
            <a:noFill/>
          </a:ln>
        </p:spPr>
      </p:sp>
      <p:pic>
        <p:nvPicPr>
          <p:cNvPr id="175" name="Google Shape;175;p23"/>
          <p:cNvPicPr preferRelativeResize="0"/>
          <p:nvPr/>
        </p:nvPicPr>
        <p:blipFill rotWithShape="1">
          <a:blip r:embed="rId2">
            <a:alphaModFix/>
          </a:blip>
          <a:srcRect b="0" l="0" r="0" t="0"/>
          <a:stretch/>
        </p:blipFill>
        <p:spPr>
          <a:xfrm>
            <a:off x="11160000" y="5580000"/>
            <a:ext cx="726279" cy="1005354"/>
          </a:xfrm>
          <a:prstGeom prst="rect">
            <a:avLst/>
          </a:prstGeom>
          <a:noFill/>
          <a:ln>
            <a:noFill/>
          </a:ln>
        </p:spPr>
      </p:pic>
      <p:sp>
        <p:nvSpPr>
          <p:cNvPr id="176" name="Google Shape;176;p23"/>
          <p:cNvSpPr/>
          <p:nvPr/>
        </p:nvSpPr>
        <p:spPr>
          <a:xfrm rot="2700000">
            <a:off x="-355264" y="3069000"/>
            <a:ext cx="720201" cy="720000"/>
          </a:xfrm>
          <a:prstGeom prst="rect">
            <a:avLst/>
          </a:prstGeom>
          <a:solidFill>
            <a:srgbClr val="488BC9"/>
          </a:solidFill>
          <a:ln cap="flat" cmpd="sng" w="12700">
            <a:solidFill>
              <a:schemeClr val="lt1">
                <a:alpha val="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177" name="Google Shape;177;p2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b="0" i="0" sz="1600">
                <a:latin typeface="Space Grotesk"/>
                <a:ea typeface="Space Grotesk"/>
                <a:cs typeface="Space Grotesk"/>
                <a:sym typeface="Space Grotesk"/>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RE DE CHAPITRE">
  <p:cSld name="4_TITRE DE CHAPITRE">
    <p:spTree>
      <p:nvGrpSpPr>
        <p:cNvPr id="178" name="Shape 178"/>
        <p:cNvGrpSpPr/>
        <p:nvPr/>
      </p:nvGrpSpPr>
      <p:grpSpPr>
        <a:xfrm>
          <a:off x="0" y="0"/>
          <a:ext cx="0" cy="0"/>
          <a:chOff x="0" y="0"/>
          <a:chExt cx="0" cy="0"/>
        </a:xfrm>
      </p:grpSpPr>
      <p:pic>
        <p:nvPicPr>
          <p:cNvPr id="179" name="Google Shape;179;p24"/>
          <p:cNvPicPr preferRelativeResize="0"/>
          <p:nvPr/>
        </p:nvPicPr>
        <p:blipFill rotWithShape="1">
          <a:blip r:embed="rId2">
            <a:alphaModFix/>
          </a:blip>
          <a:srcRect b="0" l="0" r="0" t="0"/>
          <a:stretch/>
        </p:blipFill>
        <p:spPr>
          <a:xfrm>
            <a:off x="11160000" y="5580000"/>
            <a:ext cx="726279" cy="1005354"/>
          </a:xfrm>
          <a:prstGeom prst="rect">
            <a:avLst/>
          </a:prstGeom>
          <a:noFill/>
          <a:ln>
            <a:noFill/>
          </a:ln>
        </p:spPr>
      </p:pic>
      <p:sp>
        <p:nvSpPr>
          <p:cNvPr id="180" name="Google Shape;180;p24"/>
          <p:cNvSpPr/>
          <p:nvPr/>
        </p:nvSpPr>
        <p:spPr>
          <a:xfrm rot="2700000">
            <a:off x="1556856" y="1809000"/>
            <a:ext cx="3240000" cy="3240000"/>
          </a:xfrm>
          <a:prstGeom prst="rect">
            <a:avLst/>
          </a:prstGeom>
          <a:solidFill>
            <a:schemeClr val="lt1"/>
          </a:solidFill>
          <a:ln cap="flat" cmpd="sng" w="304800">
            <a:solidFill>
              <a:srgbClr val="143355">
                <a:alpha val="10196"/>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181" name="Google Shape;181;p24"/>
          <p:cNvSpPr/>
          <p:nvPr/>
        </p:nvSpPr>
        <p:spPr>
          <a:xfrm>
            <a:off x="0" y="3429000"/>
            <a:ext cx="5832909" cy="1260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Space Grotesk"/>
              <a:ea typeface="Space Grotesk"/>
              <a:cs typeface="Space Grotesk"/>
              <a:sym typeface="Space Grotesk"/>
            </a:endParaRPr>
          </a:p>
        </p:txBody>
      </p:sp>
      <p:sp>
        <p:nvSpPr>
          <p:cNvPr id="182" name="Google Shape;182;p24"/>
          <p:cNvSpPr/>
          <p:nvPr/>
        </p:nvSpPr>
        <p:spPr>
          <a:xfrm rot="2700000">
            <a:off x="-555598" y="2889000"/>
            <a:ext cx="1080000" cy="1080000"/>
          </a:xfrm>
          <a:prstGeom prst="rect">
            <a:avLst/>
          </a:prstGeom>
          <a:solidFill>
            <a:srgbClr val="C17250"/>
          </a:solidFill>
          <a:ln cap="flat" cmpd="sng" w="12700">
            <a:solidFill>
              <a:schemeClr val="lt1">
                <a:alpha val="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183" name="Google Shape;183;p24"/>
          <p:cNvSpPr txBox="1"/>
          <p:nvPr>
            <p:ph idx="1" type="body"/>
          </p:nvPr>
        </p:nvSpPr>
        <p:spPr>
          <a:xfrm>
            <a:off x="615132" y="3429000"/>
            <a:ext cx="10961735" cy="1260000"/>
          </a:xfrm>
          <a:prstGeom prst="rect">
            <a:avLst/>
          </a:prstGeom>
          <a:noFill/>
          <a:ln>
            <a:noFill/>
          </a:ln>
        </p:spPr>
        <p:txBody>
          <a:bodyPr anchorCtr="0" anchor="ctr" bIns="108000" lIns="720000" spcFirstLastPara="1" rIns="0" wrap="square" tIns="108000">
            <a:noAutofit/>
          </a:bodyPr>
          <a:lstStyle>
            <a:lvl1pPr indent="-228600" lvl="0" marL="457200" algn="l">
              <a:lnSpc>
                <a:spcPct val="90000"/>
              </a:lnSpc>
              <a:spcBef>
                <a:spcPts val="0"/>
              </a:spcBef>
              <a:spcAft>
                <a:spcPts val="0"/>
              </a:spcAft>
              <a:buClr>
                <a:srgbClr val="C17250"/>
              </a:buClr>
              <a:buSzPts val="3600"/>
              <a:buNone/>
              <a:defRPr sz="3600">
                <a:solidFill>
                  <a:srgbClr val="C17250"/>
                </a:solidFill>
                <a:latin typeface="Space Grotesk SemiBold"/>
                <a:ea typeface="Space Grotesk SemiBold"/>
                <a:cs typeface="Space Grotesk SemiBold"/>
                <a:sym typeface="Space Grotesk SemiBold"/>
              </a:defRPr>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4" name="Google Shape;184;p24"/>
          <p:cNvSpPr txBox="1"/>
          <p:nvPr>
            <p:ph idx="2" type="body"/>
          </p:nvPr>
        </p:nvSpPr>
        <p:spPr>
          <a:xfrm>
            <a:off x="2096856" y="1692088"/>
            <a:ext cx="2160000" cy="14400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rgbClr val="C17250"/>
              </a:buClr>
              <a:buSzPts val="13000"/>
              <a:buNone/>
              <a:defRPr sz="13000">
                <a:solidFill>
                  <a:srgbClr val="C17250"/>
                </a:solidFill>
                <a:latin typeface="Space Grotesk SemiBold"/>
                <a:ea typeface="Space Grotesk SemiBold"/>
                <a:cs typeface="Space Grotesk SemiBold"/>
                <a:sym typeface="Space Grotesk Semi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Diapositive de titre">
  <p:cSld name="4_Diapositive de titre">
    <p:spTree>
      <p:nvGrpSpPr>
        <p:cNvPr id="185" name="Shape 185"/>
        <p:cNvGrpSpPr/>
        <p:nvPr/>
      </p:nvGrpSpPr>
      <p:grpSpPr>
        <a:xfrm>
          <a:off x="0" y="0"/>
          <a:ext cx="0" cy="0"/>
          <a:chOff x="0" y="0"/>
          <a:chExt cx="0" cy="0"/>
        </a:xfrm>
      </p:grpSpPr>
      <p:sp>
        <p:nvSpPr>
          <p:cNvPr id="186" name="Google Shape;186;p2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5400"/>
              <a:buFont typeface="Space Grotesk SemiBold"/>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7" name="Google Shape;187;p25"/>
          <p:cNvSpPr txBox="1"/>
          <p:nvPr>
            <p:ph idx="1" type="subTitle"/>
          </p:nvPr>
        </p:nvSpPr>
        <p:spPr>
          <a:xfrm>
            <a:off x="1524000" y="3602038"/>
            <a:ext cx="9144000" cy="360503"/>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rgbClr val="C17250"/>
              </a:buClr>
              <a:buSzPts val="1200"/>
              <a:buNone/>
              <a:defRPr sz="1200">
                <a:solidFill>
                  <a:srgbClr val="C17250"/>
                </a:solidFill>
                <a:latin typeface="Space Grotesk SemiBold"/>
                <a:ea typeface="Space Grotesk SemiBold"/>
                <a:cs typeface="Space Grotesk SemiBold"/>
                <a:sym typeface="Space Grotesk SemiBold"/>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188" name="Google Shape;188;p25"/>
          <p:cNvPicPr preferRelativeResize="0"/>
          <p:nvPr/>
        </p:nvPicPr>
        <p:blipFill rotWithShape="1">
          <a:blip r:embed="rId2">
            <a:alphaModFix/>
          </a:blip>
          <a:srcRect b="0" l="0" r="0" t="0"/>
          <a:stretch/>
        </p:blipFill>
        <p:spPr>
          <a:xfrm>
            <a:off x="11160000" y="5580000"/>
            <a:ext cx="726279" cy="1005354"/>
          </a:xfrm>
          <a:prstGeom prst="rect">
            <a:avLst/>
          </a:prstGeom>
          <a:noFill/>
          <a:ln>
            <a:noFill/>
          </a:ln>
        </p:spPr>
      </p:pic>
      <p:sp>
        <p:nvSpPr>
          <p:cNvPr id="189" name="Google Shape;189;p25"/>
          <p:cNvSpPr/>
          <p:nvPr/>
        </p:nvSpPr>
        <p:spPr>
          <a:xfrm rot="2700000">
            <a:off x="-355264" y="3069000"/>
            <a:ext cx="720201" cy="720000"/>
          </a:xfrm>
          <a:prstGeom prst="rect">
            <a:avLst/>
          </a:prstGeom>
          <a:solidFill>
            <a:srgbClr val="C17250"/>
          </a:solidFill>
          <a:ln cap="flat" cmpd="sng" w="12700">
            <a:solidFill>
              <a:schemeClr val="lt1">
                <a:alpha val="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re et contenu">
  <p:cSld name="4_Titre et contenu">
    <p:spTree>
      <p:nvGrpSpPr>
        <p:cNvPr id="190" name="Shape 190"/>
        <p:cNvGrpSpPr/>
        <p:nvPr/>
      </p:nvGrpSpPr>
      <p:grpSpPr>
        <a:xfrm>
          <a:off x="0" y="0"/>
          <a:ext cx="0" cy="0"/>
          <a:chOff x="0" y="0"/>
          <a:chExt cx="0" cy="0"/>
        </a:xfrm>
      </p:grpSpPr>
      <p:sp>
        <p:nvSpPr>
          <p:cNvPr id="191" name="Google Shape;191;p26"/>
          <p:cNvSpPr txBox="1"/>
          <p:nvPr>
            <p:ph type="title"/>
          </p:nvPr>
        </p:nvSpPr>
        <p:spPr>
          <a:xfrm>
            <a:off x="1008000" y="365125"/>
            <a:ext cx="100800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000"/>
              <a:buFont typeface="Space Grotesk SemiBold"/>
              <a:buNone/>
              <a:defRPr>
                <a:latin typeface="Space Grotesk SemiBold"/>
                <a:ea typeface="Space Grotesk SemiBold"/>
                <a:cs typeface="Space Grotesk SemiBold"/>
                <a:sym typeface="Space Grotesk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92" name="Google Shape;192;p26"/>
          <p:cNvPicPr preferRelativeResize="0"/>
          <p:nvPr/>
        </p:nvPicPr>
        <p:blipFill rotWithShape="1">
          <a:blip r:embed="rId2">
            <a:alphaModFix/>
          </a:blip>
          <a:srcRect b="0" l="0" r="0" t="0"/>
          <a:stretch/>
        </p:blipFill>
        <p:spPr>
          <a:xfrm>
            <a:off x="11160000" y="5580000"/>
            <a:ext cx="726279" cy="1005354"/>
          </a:xfrm>
          <a:prstGeom prst="rect">
            <a:avLst/>
          </a:prstGeom>
          <a:noFill/>
          <a:ln>
            <a:noFill/>
          </a:ln>
        </p:spPr>
      </p:pic>
      <p:sp>
        <p:nvSpPr>
          <p:cNvPr id="193" name="Google Shape;193;p26"/>
          <p:cNvSpPr/>
          <p:nvPr/>
        </p:nvSpPr>
        <p:spPr>
          <a:xfrm rot="2700000">
            <a:off x="-355264" y="3069000"/>
            <a:ext cx="720201" cy="720000"/>
          </a:xfrm>
          <a:prstGeom prst="rect">
            <a:avLst/>
          </a:prstGeom>
          <a:solidFill>
            <a:srgbClr val="C17250"/>
          </a:solidFill>
          <a:ln cap="flat" cmpd="sng" w="12700">
            <a:solidFill>
              <a:schemeClr val="lt1">
                <a:alpha val="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194" name="Google Shape;194;p26"/>
          <p:cNvSpPr txBox="1"/>
          <p:nvPr>
            <p:ph idx="1" type="body"/>
          </p:nvPr>
        </p:nvSpPr>
        <p:spPr>
          <a:xfrm>
            <a:off x="1007999" y="1825625"/>
            <a:ext cx="100800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Space Grotesk Medium"/>
                <a:ea typeface="Space Grotesk Medium"/>
                <a:cs typeface="Space Grotesk Medium"/>
                <a:sym typeface="Space Grotesk Medium"/>
              </a:defRPr>
            </a:lvl1pPr>
            <a:lvl2pPr indent="-381000" lvl="1" marL="914400" algn="l">
              <a:lnSpc>
                <a:spcPct val="90000"/>
              </a:lnSpc>
              <a:spcBef>
                <a:spcPts val="500"/>
              </a:spcBef>
              <a:spcAft>
                <a:spcPts val="0"/>
              </a:spcAft>
              <a:buClr>
                <a:schemeClr val="dk1"/>
              </a:buClr>
              <a:buSzPts val="2400"/>
              <a:buChar char="•"/>
              <a:defRPr>
                <a:latin typeface="Space Grotesk"/>
                <a:ea typeface="Space Grotesk"/>
                <a:cs typeface="Space Grotesk"/>
                <a:sym typeface="Space Grotesk"/>
              </a:defRPr>
            </a:lvl2pPr>
            <a:lvl3pPr indent="-355600" lvl="2" marL="1371600" algn="l">
              <a:lnSpc>
                <a:spcPct val="90000"/>
              </a:lnSpc>
              <a:spcBef>
                <a:spcPts val="500"/>
              </a:spcBef>
              <a:spcAft>
                <a:spcPts val="0"/>
              </a:spcAft>
              <a:buClr>
                <a:schemeClr val="dk1"/>
              </a:buClr>
              <a:buSzPts val="2000"/>
              <a:buChar char="•"/>
              <a:defRPr>
                <a:latin typeface="Space Grotesk"/>
                <a:ea typeface="Space Grotesk"/>
                <a:cs typeface="Space Grotesk"/>
                <a:sym typeface="Space Grotesk"/>
              </a:defRPr>
            </a:lvl3pPr>
            <a:lvl4pPr indent="-342900" lvl="3" marL="18288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4pPr>
            <a:lvl5pPr indent="-342900" lvl="4" marL="22860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Deux contenus">
  <p:cSld name="4_Deux contenus">
    <p:spTree>
      <p:nvGrpSpPr>
        <p:cNvPr id="195" name="Shape 195"/>
        <p:cNvGrpSpPr/>
        <p:nvPr/>
      </p:nvGrpSpPr>
      <p:grpSpPr>
        <a:xfrm>
          <a:off x="0" y="0"/>
          <a:ext cx="0" cy="0"/>
          <a:chOff x="0" y="0"/>
          <a:chExt cx="0" cy="0"/>
        </a:xfrm>
      </p:grpSpPr>
      <p:sp>
        <p:nvSpPr>
          <p:cNvPr id="196" name="Google Shape;196;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97" name="Google Shape;197;p27"/>
          <p:cNvPicPr preferRelativeResize="0"/>
          <p:nvPr/>
        </p:nvPicPr>
        <p:blipFill rotWithShape="1">
          <a:blip r:embed="rId2">
            <a:alphaModFix/>
          </a:blip>
          <a:srcRect b="0" l="0" r="0" t="0"/>
          <a:stretch/>
        </p:blipFill>
        <p:spPr>
          <a:xfrm>
            <a:off x="11160000" y="5580000"/>
            <a:ext cx="726279" cy="1005354"/>
          </a:xfrm>
          <a:prstGeom prst="rect">
            <a:avLst/>
          </a:prstGeom>
          <a:noFill/>
          <a:ln>
            <a:noFill/>
          </a:ln>
        </p:spPr>
      </p:pic>
      <p:sp>
        <p:nvSpPr>
          <p:cNvPr id="198" name="Google Shape;198;p27"/>
          <p:cNvSpPr/>
          <p:nvPr/>
        </p:nvSpPr>
        <p:spPr>
          <a:xfrm rot="2700000">
            <a:off x="-355264" y="3069000"/>
            <a:ext cx="720201" cy="720000"/>
          </a:xfrm>
          <a:prstGeom prst="rect">
            <a:avLst/>
          </a:prstGeom>
          <a:solidFill>
            <a:srgbClr val="C17250"/>
          </a:solidFill>
          <a:ln cap="flat" cmpd="sng" w="12700">
            <a:solidFill>
              <a:schemeClr val="lt1">
                <a:alpha val="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C17250"/>
                </a:solidFill>
                <a:latin typeface="Space Grotesk"/>
                <a:ea typeface="Space Grotesk"/>
                <a:cs typeface="Space Grotesk"/>
                <a:sym typeface="Space Grotesk"/>
              </a:rPr>
              <a:t> </a:t>
            </a:r>
            <a:endParaRPr/>
          </a:p>
        </p:txBody>
      </p:sp>
      <p:sp>
        <p:nvSpPr>
          <p:cNvPr id="199" name="Google Shape;199;p2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Space Grotesk Medium"/>
                <a:ea typeface="Space Grotesk Medium"/>
                <a:cs typeface="Space Grotesk Medium"/>
                <a:sym typeface="Space Grotesk Medium"/>
              </a:defRPr>
            </a:lvl1pPr>
            <a:lvl2pPr indent="-381000" lvl="1" marL="914400" algn="l">
              <a:lnSpc>
                <a:spcPct val="90000"/>
              </a:lnSpc>
              <a:spcBef>
                <a:spcPts val="500"/>
              </a:spcBef>
              <a:spcAft>
                <a:spcPts val="0"/>
              </a:spcAft>
              <a:buClr>
                <a:schemeClr val="dk1"/>
              </a:buClr>
              <a:buSzPts val="2400"/>
              <a:buChar char="•"/>
              <a:defRPr>
                <a:latin typeface="Space Grotesk"/>
                <a:ea typeface="Space Grotesk"/>
                <a:cs typeface="Space Grotesk"/>
                <a:sym typeface="Space Grotesk"/>
              </a:defRPr>
            </a:lvl2pPr>
            <a:lvl3pPr indent="-355600" lvl="2" marL="1371600" algn="l">
              <a:lnSpc>
                <a:spcPct val="90000"/>
              </a:lnSpc>
              <a:spcBef>
                <a:spcPts val="500"/>
              </a:spcBef>
              <a:spcAft>
                <a:spcPts val="0"/>
              </a:spcAft>
              <a:buClr>
                <a:schemeClr val="dk1"/>
              </a:buClr>
              <a:buSzPts val="2000"/>
              <a:buChar char="•"/>
              <a:defRPr>
                <a:latin typeface="Space Grotesk"/>
                <a:ea typeface="Space Grotesk"/>
                <a:cs typeface="Space Grotesk"/>
                <a:sym typeface="Space Grotesk"/>
              </a:defRPr>
            </a:lvl3pPr>
            <a:lvl4pPr indent="-342900" lvl="3" marL="18288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4pPr>
            <a:lvl5pPr indent="-342900" lvl="4" marL="22860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0" name="Google Shape;200;p2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Space Grotesk Medium"/>
                <a:ea typeface="Space Grotesk Medium"/>
                <a:cs typeface="Space Grotesk Medium"/>
                <a:sym typeface="Space Grotesk Medium"/>
              </a:defRPr>
            </a:lvl1pPr>
            <a:lvl2pPr indent="-381000" lvl="1" marL="914400" algn="l">
              <a:lnSpc>
                <a:spcPct val="90000"/>
              </a:lnSpc>
              <a:spcBef>
                <a:spcPts val="500"/>
              </a:spcBef>
              <a:spcAft>
                <a:spcPts val="0"/>
              </a:spcAft>
              <a:buClr>
                <a:schemeClr val="dk1"/>
              </a:buClr>
              <a:buSzPts val="2400"/>
              <a:buChar char="•"/>
              <a:defRPr>
                <a:latin typeface="Space Grotesk"/>
                <a:ea typeface="Space Grotesk"/>
                <a:cs typeface="Space Grotesk"/>
                <a:sym typeface="Space Grotesk"/>
              </a:defRPr>
            </a:lvl2pPr>
            <a:lvl3pPr indent="-355600" lvl="2" marL="1371600" algn="l">
              <a:lnSpc>
                <a:spcPct val="90000"/>
              </a:lnSpc>
              <a:spcBef>
                <a:spcPts val="500"/>
              </a:spcBef>
              <a:spcAft>
                <a:spcPts val="0"/>
              </a:spcAft>
              <a:buClr>
                <a:schemeClr val="dk1"/>
              </a:buClr>
              <a:buSzPts val="2000"/>
              <a:buChar char="•"/>
              <a:defRPr>
                <a:latin typeface="Space Grotesk"/>
                <a:ea typeface="Space Grotesk"/>
                <a:cs typeface="Space Grotesk"/>
                <a:sym typeface="Space Grotesk"/>
              </a:defRPr>
            </a:lvl3pPr>
            <a:lvl4pPr indent="-342900" lvl="3" marL="18288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4pPr>
            <a:lvl5pPr indent="-342900" lvl="4" marL="22860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Image avec légende">
  <p:cSld name="4_Image avec légende">
    <p:spTree>
      <p:nvGrpSpPr>
        <p:cNvPr id="201" name="Shape 201"/>
        <p:cNvGrpSpPr/>
        <p:nvPr/>
      </p:nvGrpSpPr>
      <p:grpSpPr>
        <a:xfrm>
          <a:off x="0" y="0"/>
          <a:ext cx="0" cy="0"/>
          <a:chOff x="0" y="0"/>
          <a:chExt cx="0" cy="0"/>
        </a:xfrm>
      </p:grpSpPr>
      <p:sp>
        <p:nvSpPr>
          <p:cNvPr id="202" name="Google Shape;202;p2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Space Grotesk SemiBold"/>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3" name="Google Shape;203;p28"/>
          <p:cNvSpPr/>
          <p:nvPr>
            <p:ph idx="2" type="pic"/>
          </p:nvPr>
        </p:nvSpPr>
        <p:spPr>
          <a:xfrm>
            <a:off x="5183188" y="987425"/>
            <a:ext cx="6172200" cy="4873625"/>
          </a:xfrm>
          <a:prstGeom prst="rect">
            <a:avLst/>
          </a:prstGeom>
          <a:noFill/>
          <a:ln>
            <a:noFill/>
          </a:ln>
        </p:spPr>
      </p:sp>
      <p:pic>
        <p:nvPicPr>
          <p:cNvPr id="204" name="Google Shape;204;p28"/>
          <p:cNvPicPr preferRelativeResize="0"/>
          <p:nvPr/>
        </p:nvPicPr>
        <p:blipFill rotWithShape="1">
          <a:blip r:embed="rId2">
            <a:alphaModFix/>
          </a:blip>
          <a:srcRect b="0" l="0" r="0" t="0"/>
          <a:stretch/>
        </p:blipFill>
        <p:spPr>
          <a:xfrm>
            <a:off x="11160000" y="5580000"/>
            <a:ext cx="726279" cy="1005354"/>
          </a:xfrm>
          <a:prstGeom prst="rect">
            <a:avLst/>
          </a:prstGeom>
          <a:noFill/>
          <a:ln>
            <a:noFill/>
          </a:ln>
        </p:spPr>
      </p:pic>
      <p:sp>
        <p:nvSpPr>
          <p:cNvPr id="205" name="Google Shape;205;p28"/>
          <p:cNvSpPr/>
          <p:nvPr/>
        </p:nvSpPr>
        <p:spPr>
          <a:xfrm rot="2700000">
            <a:off x="-355264" y="3069000"/>
            <a:ext cx="720201" cy="720000"/>
          </a:xfrm>
          <a:prstGeom prst="rect">
            <a:avLst/>
          </a:prstGeom>
          <a:solidFill>
            <a:srgbClr val="C17250"/>
          </a:solidFill>
          <a:ln cap="flat" cmpd="sng" w="12700">
            <a:solidFill>
              <a:schemeClr val="lt1">
                <a:alpha val="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206" name="Google Shape;206;p2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b="0" i="0" sz="1600">
                <a:latin typeface="Space Grotesk"/>
                <a:ea typeface="Space Grotesk"/>
                <a:cs typeface="Space Grotesk"/>
                <a:sym typeface="Space Grotesk"/>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RE DE CHAPITRE">
  <p:cSld name="5_TITRE DE CHAPITRE">
    <p:spTree>
      <p:nvGrpSpPr>
        <p:cNvPr id="207" name="Shape 207"/>
        <p:cNvGrpSpPr/>
        <p:nvPr/>
      </p:nvGrpSpPr>
      <p:grpSpPr>
        <a:xfrm>
          <a:off x="0" y="0"/>
          <a:ext cx="0" cy="0"/>
          <a:chOff x="0" y="0"/>
          <a:chExt cx="0" cy="0"/>
        </a:xfrm>
      </p:grpSpPr>
      <p:pic>
        <p:nvPicPr>
          <p:cNvPr id="208" name="Google Shape;208;p29"/>
          <p:cNvPicPr preferRelativeResize="0"/>
          <p:nvPr/>
        </p:nvPicPr>
        <p:blipFill rotWithShape="1">
          <a:blip r:embed="rId2">
            <a:alphaModFix/>
          </a:blip>
          <a:srcRect b="0" l="0" r="0" t="0"/>
          <a:stretch/>
        </p:blipFill>
        <p:spPr>
          <a:xfrm>
            <a:off x="11160000" y="5580000"/>
            <a:ext cx="726279" cy="1005354"/>
          </a:xfrm>
          <a:prstGeom prst="rect">
            <a:avLst/>
          </a:prstGeom>
          <a:noFill/>
          <a:ln>
            <a:noFill/>
          </a:ln>
        </p:spPr>
      </p:pic>
      <p:sp>
        <p:nvSpPr>
          <p:cNvPr id="209" name="Google Shape;209;p29"/>
          <p:cNvSpPr/>
          <p:nvPr/>
        </p:nvSpPr>
        <p:spPr>
          <a:xfrm rot="2700000">
            <a:off x="1556856" y="1809000"/>
            <a:ext cx="3240000" cy="3240000"/>
          </a:xfrm>
          <a:prstGeom prst="rect">
            <a:avLst/>
          </a:prstGeom>
          <a:solidFill>
            <a:schemeClr val="lt1"/>
          </a:solidFill>
          <a:ln cap="flat" cmpd="sng" w="304800">
            <a:solidFill>
              <a:srgbClr val="143355">
                <a:alpha val="10196"/>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210" name="Google Shape;210;p29"/>
          <p:cNvSpPr/>
          <p:nvPr/>
        </p:nvSpPr>
        <p:spPr>
          <a:xfrm>
            <a:off x="0" y="3429000"/>
            <a:ext cx="5832909" cy="1260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Space Grotesk"/>
              <a:ea typeface="Space Grotesk"/>
              <a:cs typeface="Space Grotesk"/>
              <a:sym typeface="Space Grotesk"/>
            </a:endParaRPr>
          </a:p>
        </p:txBody>
      </p:sp>
      <p:sp>
        <p:nvSpPr>
          <p:cNvPr id="211" name="Google Shape;211;p29"/>
          <p:cNvSpPr/>
          <p:nvPr/>
        </p:nvSpPr>
        <p:spPr>
          <a:xfrm rot="2700000">
            <a:off x="-540001" y="2889000"/>
            <a:ext cx="1080000" cy="1080000"/>
          </a:xfrm>
          <a:prstGeom prst="rect">
            <a:avLst/>
          </a:prstGeom>
          <a:solidFill>
            <a:srgbClr val="FF950A"/>
          </a:solidFill>
          <a:ln cap="flat" cmpd="sng" w="12700">
            <a:solidFill>
              <a:schemeClr val="lt1">
                <a:alpha val="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212" name="Google Shape;212;p29"/>
          <p:cNvSpPr txBox="1"/>
          <p:nvPr>
            <p:ph idx="1" type="body"/>
          </p:nvPr>
        </p:nvSpPr>
        <p:spPr>
          <a:xfrm>
            <a:off x="615132" y="3429000"/>
            <a:ext cx="10961735" cy="1260000"/>
          </a:xfrm>
          <a:prstGeom prst="rect">
            <a:avLst/>
          </a:prstGeom>
          <a:noFill/>
          <a:ln>
            <a:noFill/>
          </a:ln>
        </p:spPr>
        <p:txBody>
          <a:bodyPr anchorCtr="0" anchor="ctr" bIns="108000" lIns="720000" spcFirstLastPara="1" rIns="0" wrap="square" tIns="108000">
            <a:noAutofit/>
          </a:bodyPr>
          <a:lstStyle>
            <a:lvl1pPr indent="-228600" lvl="0" marL="457200" algn="l">
              <a:lnSpc>
                <a:spcPct val="90000"/>
              </a:lnSpc>
              <a:spcBef>
                <a:spcPts val="0"/>
              </a:spcBef>
              <a:spcAft>
                <a:spcPts val="0"/>
              </a:spcAft>
              <a:buClr>
                <a:srgbClr val="FF950A"/>
              </a:buClr>
              <a:buSzPts val="3600"/>
              <a:buNone/>
              <a:defRPr sz="3600">
                <a:solidFill>
                  <a:srgbClr val="FF950A"/>
                </a:solidFill>
                <a:latin typeface="Space Grotesk SemiBold"/>
                <a:ea typeface="Space Grotesk SemiBold"/>
                <a:cs typeface="Space Grotesk SemiBold"/>
                <a:sym typeface="Space Grotesk SemiBold"/>
              </a:defRPr>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3" name="Google Shape;213;p29"/>
          <p:cNvSpPr txBox="1"/>
          <p:nvPr>
            <p:ph idx="2" type="body"/>
          </p:nvPr>
        </p:nvSpPr>
        <p:spPr>
          <a:xfrm>
            <a:off x="2096856" y="1692088"/>
            <a:ext cx="2160000" cy="14400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rgbClr val="FF950A"/>
              </a:buClr>
              <a:buSzPts val="13000"/>
              <a:buNone/>
              <a:defRPr sz="13000">
                <a:solidFill>
                  <a:srgbClr val="FF950A"/>
                </a:solidFill>
                <a:latin typeface="Space Grotesk SemiBold"/>
                <a:ea typeface="Space Grotesk SemiBold"/>
                <a:cs typeface="Space Grotesk SemiBold"/>
                <a:sym typeface="Space Grotesk Semi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Diapositive de titre">
  <p:cSld name="5_Diapositive de titre">
    <p:spTree>
      <p:nvGrpSpPr>
        <p:cNvPr id="214" name="Shape 214"/>
        <p:cNvGrpSpPr/>
        <p:nvPr/>
      </p:nvGrpSpPr>
      <p:grpSpPr>
        <a:xfrm>
          <a:off x="0" y="0"/>
          <a:ext cx="0" cy="0"/>
          <a:chOff x="0" y="0"/>
          <a:chExt cx="0" cy="0"/>
        </a:xfrm>
      </p:grpSpPr>
      <p:sp>
        <p:nvSpPr>
          <p:cNvPr id="215" name="Google Shape;215;p3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5400"/>
              <a:buFont typeface="Space Grotesk SemiBold"/>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6" name="Google Shape;216;p30"/>
          <p:cNvSpPr txBox="1"/>
          <p:nvPr>
            <p:ph idx="1" type="subTitle"/>
          </p:nvPr>
        </p:nvSpPr>
        <p:spPr>
          <a:xfrm>
            <a:off x="1524000" y="3602038"/>
            <a:ext cx="9144000" cy="360503"/>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rgbClr val="FF950A"/>
              </a:buClr>
              <a:buSzPts val="1200"/>
              <a:buNone/>
              <a:defRPr sz="1200">
                <a:solidFill>
                  <a:srgbClr val="FF950A"/>
                </a:solidFill>
                <a:latin typeface="Space Grotesk SemiBold"/>
                <a:ea typeface="Space Grotesk SemiBold"/>
                <a:cs typeface="Space Grotesk SemiBold"/>
                <a:sym typeface="Space Grotesk SemiBold"/>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217" name="Google Shape;217;p30"/>
          <p:cNvPicPr preferRelativeResize="0"/>
          <p:nvPr/>
        </p:nvPicPr>
        <p:blipFill rotWithShape="1">
          <a:blip r:embed="rId2">
            <a:alphaModFix/>
          </a:blip>
          <a:srcRect b="0" l="0" r="0" t="0"/>
          <a:stretch/>
        </p:blipFill>
        <p:spPr>
          <a:xfrm>
            <a:off x="11160000" y="5580000"/>
            <a:ext cx="726279" cy="1005354"/>
          </a:xfrm>
          <a:prstGeom prst="rect">
            <a:avLst/>
          </a:prstGeom>
          <a:noFill/>
          <a:ln>
            <a:noFill/>
          </a:ln>
        </p:spPr>
      </p:pic>
      <p:sp>
        <p:nvSpPr>
          <p:cNvPr id="218" name="Google Shape;218;p30"/>
          <p:cNvSpPr/>
          <p:nvPr/>
        </p:nvSpPr>
        <p:spPr>
          <a:xfrm rot="2700000">
            <a:off x="-360101" y="3069000"/>
            <a:ext cx="720201" cy="720000"/>
          </a:xfrm>
          <a:prstGeom prst="rect">
            <a:avLst/>
          </a:prstGeom>
          <a:solidFill>
            <a:srgbClr val="FF950A"/>
          </a:solidFill>
          <a:ln cap="flat" cmpd="sng" w="12700">
            <a:solidFill>
              <a:schemeClr val="lt1">
                <a:alpha val="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re et contenu">
  <p:cSld name="5_Titre et contenu">
    <p:spTree>
      <p:nvGrpSpPr>
        <p:cNvPr id="219" name="Shape 219"/>
        <p:cNvGrpSpPr/>
        <p:nvPr/>
      </p:nvGrpSpPr>
      <p:grpSpPr>
        <a:xfrm>
          <a:off x="0" y="0"/>
          <a:ext cx="0" cy="0"/>
          <a:chOff x="0" y="0"/>
          <a:chExt cx="0" cy="0"/>
        </a:xfrm>
      </p:grpSpPr>
      <p:sp>
        <p:nvSpPr>
          <p:cNvPr id="220" name="Google Shape;220;p31"/>
          <p:cNvSpPr txBox="1"/>
          <p:nvPr>
            <p:ph type="title"/>
          </p:nvPr>
        </p:nvSpPr>
        <p:spPr>
          <a:xfrm>
            <a:off x="1008000" y="365125"/>
            <a:ext cx="100800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000"/>
              <a:buFont typeface="Space Grotesk SemiBold"/>
              <a:buNone/>
              <a:defRPr>
                <a:latin typeface="Space Grotesk SemiBold"/>
                <a:ea typeface="Space Grotesk SemiBold"/>
                <a:cs typeface="Space Grotesk SemiBold"/>
                <a:sym typeface="Space Grotesk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21" name="Google Shape;221;p31"/>
          <p:cNvPicPr preferRelativeResize="0"/>
          <p:nvPr/>
        </p:nvPicPr>
        <p:blipFill rotWithShape="1">
          <a:blip r:embed="rId2">
            <a:alphaModFix/>
          </a:blip>
          <a:srcRect b="0" l="0" r="0" t="0"/>
          <a:stretch/>
        </p:blipFill>
        <p:spPr>
          <a:xfrm>
            <a:off x="11160000" y="5580000"/>
            <a:ext cx="726279" cy="1005354"/>
          </a:xfrm>
          <a:prstGeom prst="rect">
            <a:avLst/>
          </a:prstGeom>
          <a:noFill/>
          <a:ln>
            <a:noFill/>
          </a:ln>
        </p:spPr>
      </p:pic>
      <p:sp>
        <p:nvSpPr>
          <p:cNvPr id="222" name="Google Shape;222;p31"/>
          <p:cNvSpPr/>
          <p:nvPr/>
        </p:nvSpPr>
        <p:spPr>
          <a:xfrm rot="2700000">
            <a:off x="-355264" y="3069000"/>
            <a:ext cx="720201" cy="720000"/>
          </a:xfrm>
          <a:prstGeom prst="rect">
            <a:avLst/>
          </a:prstGeom>
          <a:solidFill>
            <a:srgbClr val="FF950A"/>
          </a:solidFill>
          <a:ln cap="flat" cmpd="sng" w="12700">
            <a:solidFill>
              <a:schemeClr val="lt1">
                <a:alpha val="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223" name="Google Shape;223;p31"/>
          <p:cNvSpPr txBox="1"/>
          <p:nvPr>
            <p:ph idx="1" type="body"/>
          </p:nvPr>
        </p:nvSpPr>
        <p:spPr>
          <a:xfrm>
            <a:off x="1007999" y="1825625"/>
            <a:ext cx="100800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Space Grotesk Medium"/>
                <a:ea typeface="Space Grotesk Medium"/>
                <a:cs typeface="Space Grotesk Medium"/>
                <a:sym typeface="Space Grotesk Medium"/>
              </a:defRPr>
            </a:lvl1pPr>
            <a:lvl2pPr indent="-381000" lvl="1" marL="914400" algn="l">
              <a:lnSpc>
                <a:spcPct val="90000"/>
              </a:lnSpc>
              <a:spcBef>
                <a:spcPts val="500"/>
              </a:spcBef>
              <a:spcAft>
                <a:spcPts val="0"/>
              </a:spcAft>
              <a:buClr>
                <a:schemeClr val="dk1"/>
              </a:buClr>
              <a:buSzPts val="2400"/>
              <a:buChar char="•"/>
              <a:defRPr>
                <a:latin typeface="Space Grotesk"/>
                <a:ea typeface="Space Grotesk"/>
                <a:cs typeface="Space Grotesk"/>
                <a:sym typeface="Space Grotesk"/>
              </a:defRPr>
            </a:lvl2pPr>
            <a:lvl3pPr indent="-355600" lvl="2" marL="1371600" algn="l">
              <a:lnSpc>
                <a:spcPct val="90000"/>
              </a:lnSpc>
              <a:spcBef>
                <a:spcPts val="500"/>
              </a:spcBef>
              <a:spcAft>
                <a:spcPts val="0"/>
              </a:spcAft>
              <a:buClr>
                <a:schemeClr val="dk1"/>
              </a:buClr>
              <a:buSzPts val="2000"/>
              <a:buChar char="•"/>
              <a:defRPr>
                <a:latin typeface="Space Grotesk"/>
                <a:ea typeface="Space Grotesk"/>
                <a:cs typeface="Space Grotesk"/>
                <a:sym typeface="Space Grotesk"/>
              </a:defRPr>
            </a:lvl3pPr>
            <a:lvl4pPr indent="-342900" lvl="3" marL="18288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4pPr>
            <a:lvl5pPr indent="-342900" lvl="4" marL="22860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Deux contenus">
  <p:cSld name="5_Deux contenus">
    <p:spTree>
      <p:nvGrpSpPr>
        <p:cNvPr id="224" name="Shape 224"/>
        <p:cNvGrpSpPr/>
        <p:nvPr/>
      </p:nvGrpSpPr>
      <p:grpSpPr>
        <a:xfrm>
          <a:off x="0" y="0"/>
          <a:ext cx="0" cy="0"/>
          <a:chOff x="0" y="0"/>
          <a:chExt cx="0" cy="0"/>
        </a:xfrm>
      </p:grpSpPr>
      <p:sp>
        <p:nvSpPr>
          <p:cNvPr id="225" name="Google Shape;225;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26" name="Google Shape;226;p32"/>
          <p:cNvPicPr preferRelativeResize="0"/>
          <p:nvPr/>
        </p:nvPicPr>
        <p:blipFill rotWithShape="1">
          <a:blip r:embed="rId2">
            <a:alphaModFix/>
          </a:blip>
          <a:srcRect b="0" l="0" r="0" t="0"/>
          <a:stretch/>
        </p:blipFill>
        <p:spPr>
          <a:xfrm>
            <a:off x="11160000" y="5580000"/>
            <a:ext cx="726279" cy="1005354"/>
          </a:xfrm>
          <a:prstGeom prst="rect">
            <a:avLst/>
          </a:prstGeom>
          <a:noFill/>
          <a:ln>
            <a:noFill/>
          </a:ln>
        </p:spPr>
      </p:pic>
      <p:sp>
        <p:nvSpPr>
          <p:cNvPr id="227" name="Google Shape;227;p32"/>
          <p:cNvSpPr/>
          <p:nvPr/>
        </p:nvSpPr>
        <p:spPr>
          <a:xfrm rot="2700000">
            <a:off x="-355264" y="3069000"/>
            <a:ext cx="720201" cy="720000"/>
          </a:xfrm>
          <a:prstGeom prst="rect">
            <a:avLst/>
          </a:prstGeom>
          <a:solidFill>
            <a:srgbClr val="FF950A"/>
          </a:solidFill>
          <a:ln cap="flat" cmpd="sng" w="12700">
            <a:solidFill>
              <a:schemeClr val="lt1">
                <a:alpha val="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C17250"/>
                </a:solidFill>
                <a:latin typeface="Space Grotesk"/>
                <a:ea typeface="Space Grotesk"/>
                <a:cs typeface="Space Grotesk"/>
                <a:sym typeface="Space Grotesk"/>
              </a:rPr>
              <a:t> </a:t>
            </a:r>
            <a:endParaRPr/>
          </a:p>
        </p:txBody>
      </p:sp>
      <p:sp>
        <p:nvSpPr>
          <p:cNvPr id="228" name="Google Shape;228;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Space Grotesk Medium"/>
                <a:ea typeface="Space Grotesk Medium"/>
                <a:cs typeface="Space Grotesk Medium"/>
                <a:sym typeface="Space Grotesk Medium"/>
              </a:defRPr>
            </a:lvl1pPr>
            <a:lvl2pPr indent="-381000" lvl="1" marL="914400" algn="l">
              <a:lnSpc>
                <a:spcPct val="90000"/>
              </a:lnSpc>
              <a:spcBef>
                <a:spcPts val="500"/>
              </a:spcBef>
              <a:spcAft>
                <a:spcPts val="0"/>
              </a:spcAft>
              <a:buClr>
                <a:schemeClr val="dk1"/>
              </a:buClr>
              <a:buSzPts val="2400"/>
              <a:buChar char="•"/>
              <a:defRPr>
                <a:latin typeface="Space Grotesk"/>
                <a:ea typeface="Space Grotesk"/>
                <a:cs typeface="Space Grotesk"/>
                <a:sym typeface="Space Grotesk"/>
              </a:defRPr>
            </a:lvl2pPr>
            <a:lvl3pPr indent="-355600" lvl="2" marL="1371600" algn="l">
              <a:lnSpc>
                <a:spcPct val="90000"/>
              </a:lnSpc>
              <a:spcBef>
                <a:spcPts val="500"/>
              </a:spcBef>
              <a:spcAft>
                <a:spcPts val="0"/>
              </a:spcAft>
              <a:buClr>
                <a:schemeClr val="dk1"/>
              </a:buClr>
              <a:buSzPts val="2000"/>
              <a:buChar char="•"/>
              <a:defRPr>
                <a:latin typeface="Space Grotesk"/>
                <a:ea typeface="Space Grotesk"/>
                <a:cs typeface="Space Grotesk"/>
                <a:sym typeface="Space Grotesk"/>
              </a:defRPr>
            </a:lvl3pPr>
            <a:lvl4pPr indent="-342900" lvl="3" marL="18288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4pPr>
            <a:lvl5pPr indent="-342900" lvl="4" marL="22860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9" name="Google Shape;229;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Space Grotesk Medium"/>
                <a:ea typeface="Space Grotesk Medium"/>
                <a:cs typeface="Space Grotesk Medium"/>
                <a:sym typeface="Space Grotesk Medium"/>
              </a:defRPr>
            </a:lvl1pPr>
            <a:lvl2pPr indent="-381000" lvl="1" marL="914400" algn="l">
              <a:lnSpc>
                <a:spcPct val="90000"/>
              </a:lnSpc>
              <a:spcBef>
                <a:spcPts val="500"/>
              </a:spcBef>
              <a:spcAft>
                <a:spcPts val="0"/>
              </a:spcAft>
              <a:buClr>
                <a:schemeClr val="dk1"/>
              </a:buClr>
              <a:buSzPts val="2400"/>
              <a:buChar char="•"/>
              <a:defRPr>
                <a:latin typeface="Space Grotesk"/>
                <a:ea typeface="Space Grotesk"/>
                <a:cs typeface="Space Grotesk"/>
                <a:sym typeface="Space Grotesk"/>
              </a:defRPr>
            </a:lvl2pPr>
            <a:lvl3pPr indent="-355600" lvl="2" marL="1371600" algn="l">
              <a:lnSpc>
                <a:spcPct val="90000"/>
              </a:lnSpc>
              <a:spcBef>
                <a:spcPts val="500"/>
              </a:spcBef>
              <a:spcAft>
                <a:spcPts val="0"/>
              </a:spcAft>
              <a:buClr>
                <a:schemeClr val="dk1"/>
              </a:buClr>
              <a:buSzPts val="2000"/>
              <a:buChar char="•"/>
              <a:defRPr>
                <a:latin typeface="Space Grotesk"/>
                <a:ea typeface="Space Grotesk"/>
                <a:cs typeface="Space Grotesk"/>
                <a:sym typeface="Space Grotesk"/>
              </a:defRPr>
            </a:lvl3pPr>
            <a:lvl4pPr indent="-342900" lvl="3" marL="18288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4pPr>
            <a:lvl5pPr indent="-342900" lvl="4" marL="22860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Image avec légende">
  <p:cSld name="5_Image avec légende">
    <p:spTree>
      <p:nvGrpSpPr>
        <p:cNvPr id="230" name="Shape 230"/>
        <p:cNvGrpSpPr/>
        <p:nvPr/>
      </p:nvGrpSpPr>
      <p:grpSpPr>
        <a:xfrm>
          <a:off x="0" y="0"/>
          <a:ext cx="0" cy="0"/>
          <a:chOff x="0" y="0"/>
          <a:chExt cx="0" cy="0"/>
        </a:xfrm>
      </p:grpSpPr>
      <p:sp>
        <p:nvSpPr>
          <p:cNvPr id="231" name="Google Shape;231;p3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Space Grotesk SemiBold"/>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2" name="Google Shape;232;p33"/>
          <p:cNvSpPr/>
          <p:nvPr>
            <p:ph idx="2" type="pic"/>
          </p:nvPr>
        </p:nvSpPr>
        <p:spPr>
          <a:xfrm>
            <a:off x="5183188" y="987425"/>
            <a:ext cx="6172200" cy="4873625"/>
          </a:xfrm>
          <a:prstGeom prst="rect">
            <a:avLst/>
          </a:prstGeom>
          <a:noFill/>
          <a:ln>
            <a:noFill/>
          </a:ln>
        </p:spPr>
      </p:sp>
      <p:pic>
        <p:nvPicPr>
          <p:cNvPr id="233" name="Google Shape;233;p33"/>
          <p:cNvPicPr preferRelativeResize="0"/>
          <p:nvPr/>
        </p:nvPicPr>
        <p:blipFill rotWithShape="1">
          <a:blip r:embed="rId2">
            <a:alphaModFix/>
          </a:blip>
          <a:srcRect b="0" l="0" r="0" t="0"/>
          <a:stretch/>
        </p:blipFill>
        <p:spPr>
          <a:xfrm>
            <a:off x="11160000" y="5580000"/>
            <a:ext cx="726279" cy="1005354"/>
          </a:xfrm>
          <a:prstGeom prst="rect">
            <a:avLst/>
          </a:prstGeom>
          <a:noFill/>
          <a:ln>
            <a:noFill/>
          </a:ln>
        </p:spPr>
      </p:pic>
      <p:sp>
        <p:nvSpPr>
          <p:cNvPr id="234" name="Google Shape;234;p33"/>
          <p:cNvSpPr/>
          <p:nvPr/>
        </p:nvSpPr>
        <p:spPr>
          <a:xfrm rot="2700000">
            <a:off x="-360100" y="3069001"/>
            <a:ext cx="720201" cy="720000"/>
          </a:xfrm>
          <a:prstGeom prst="rect">
            <a:avLst/>
          </a:prstGeom>
          <a:solidFill>
            <a:srgbClr val="FF950A"/>
          </a:solidFill>
          <a:ln cap="flat" cmpd="sng" w="12700">
            <a:solidFill>
              <a:schemeClr val="lt1">
                <a:alpha val="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235" name="Google Shape;235;p3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b="0" i="0" sz="1600">
                <a:latin typeface="Space Grotesk"/>
                <a:ea typeface="Space Grotesk"/>
                <a:cs typeface="Space Grotesk"/>
                <a:sym typeface="Space Grotesk"/>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RE DE CHAPITRE">
  <p:cSld name="6_TITRE DE CHAPITRE">
    <p:spTree>
      <p:nvGrpSpPr>
        <p:cNvPr id="236" name="Shape 236"/>
        <p:cNvGrpSpPr/>
        <p:nvPr/>
      </p:nvGrpSpPr>
      <p:grpSpPr>
        <a:xfrm>
          <a:off x="0" y="0"/>
          <a:ext cx="0" cy="0"/>
          <a:chOff x="0" y="0"/>
          <a:chExt cx="0" cy="0"/>
        </a:xfrm>
      </p:grpSpPr>
      <p:pic>
        <p:nvPicPr>
          <p:cNvPr id="237" name="Google Shape;237;p34"/>
          <p:cNvPicPr preferRelativeResize="0"/>
          <p:nvPr/>
        </p:nvPicPr>
        <p:blipFill rotWithShape="1">
          <a:blip r:embed="rId2">
            <a:alphaModFix/>
          </a:blip>
          <a:srcRect b="0" l="0" r="0" t="0"/>
          <a:stretch/>
        </p:blipFill>
        <p:spPr>
          <a:xfrm>
            <a:off x="11160000" y="5580000"/>
            <a:ext cx="726279" cy="1005354"/>
          </a:xfrm>
          <a:prstGeom prst="rect">
            <a:avLst/>
          </a:prstGeom>
          <a:noFill/>
          <a:ln>
            <a:noFill/>
          </a:ln>
        </p:spPr>
      </p:pic>
      <p:sp>
        <p:nvSpPr>
          <p:cNvPr id="238" name="Google Shape;238;p34"/>
          <p:cNvSpPr/>
          <p:nvPr/>
        </p:nvSpPr>
        <p:spPr>
          <a:xfrm rot="2700000">
            <a:off x="1556856" y="1809000"/>
            <a:ext cx="3240000" cy="3240000"/>
          </a:xfrm>
          <a:prstGeom prst="rect">
            <a:avLst/>
          </a:prstGeom>
          <a:solidFill>
            <a:schemeClr val="lt1"/>
          </a:solidFill>
          <a:ln cap="flat" cmpd="sng" w="304800">
            <a:solidFill>
              <a:srgbClr val="143355">
                <a:alpha val="10196"/>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239" name="Google Shape;239;p34"/>
          <p:cNvSpPr/>
          <p:nvPr/>
        </p:nvSpPr>
        <p:spPr>
          <a:xfrm>
            <a:off x="0" y="3429000"/>
            <a:ext cx="5832909" cy="1260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7145"/>
              </a:solidFill>
              <a:latin typeface="Space Grotesk"/>
              <a:ea typeface="Space Grotesk"/>
              <a:cs typeface="Space Grotesk"/>
              <a:sym typeface="Space Grotesk"/>
            </a:endParaRPr>
          </a:p>
        </p:txBody>
      </p:sp>
      <p:sp>
        <p:nvSpPr>
          <p:cNvPr id="240" name="Google Shape;240;p34"/>
          <p:cNvSpPr/>
          <p:nvPr/>
        </p:nvSpPr>
        <p:spPr>
          <a:xfrm rot="2700000">
            <a:off x="-540001" y="2889000"/>
            <a:ext cx="1080000" cy="1080000"/>
          </a:xfrm>
          <a:prstGeom prst="rect">
            <a:avLst/>
          </a:prstGeom>
          <a:solidFill>
            <a:srgbClr val="FF7145"/>
          </a:solidFill>
          <a:ln cap="flat" cmpd="sng" w="12700">
            <a:solidFill>
              <a:schemeClr val="lt1">
                <a:alpha val="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241" name="Google Shape;241;p34"/>
          <p:cNvSpPr txBox="1"/>
          <p:nvPr>
            <p:ph idx="1" type="body"/>
          </p:nvPr>
        </p:nvSpPr>
        <p:spPr>
          <a:xfrm>
            <a:off x="615132" y="3429000"/>
            <a:ext cx="10961735" cy="1260000"/>
          </a:xfrm>
          <a:prstGeom prst="rect">
            <a:avLst/>
          </a:prstGeom>
          <a:noFill/>
          <a:ln>
            <a:noFill/>
          </a:ln>
        </p:spPr>
        <p:txBody>
          <a:bodyPr anchorCtr="0" anchor="ctr" bIns="108000" lIns="720000" spcFirstLastPara="1" rIns="0" wrap="square" tIns="108000">
            <a:noAutofit/>
          </a:bodyPr>
          <a:lstStyle>
            <a:lvl1pPr indent="-228600" lvl="0" marL="457200" algn="l">
              <a:lnSpc>
                <a:spcPct val="90000"/>
              </a:lnSpc>
              <a:spcBef>
                <a:spcPts val="0"/>
              </a:spcBef>
              <a:spcAft>
                <a:spcPts val="0"/>
              </a:spcAft>
              <a:buClr>
                <a:srgbClr val="FF7145"/>
              </a:buClr>
              <a:buSzPts val="3600"/>
              <a:buNone/>
              <a:defRPr sz="3600">
                <a:solidFill>
                  <a:srgbClr val="FF7145"/>
                </a:solidFill>
                <a:latin typeface="Space Grotesk SemiBold"/>
                <a:ea typeface="Space Grotesk SemiBold"/>
                <a:cs typeface="Space Grotesk SemiBold"/>
                <a:sym typeface="Space Grotesk SemiBold"/>
              </a:defRPr>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2" name="Google Shape;242;p34"/>
          <p:cNvSpPr txBox="1"/>
          <p:nvPr>
            <p:ph idx="2" type="body"/>
          </p:nvPr>
        </p:nvSpPr>
        <p:spPr>
          <a:xfrm>
            <a:off x="2096856" y="1692088"/>
            <a:ext cx="2160000" cy="14400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rgbClr val="FF7145"/>
              </a:buClr>
              <a:buSzPts val="13000"/>
              <a:buNone/>
              <a:defRPr sz="13000">
                <a:solidFill>
                  <a:srgbClr val="FF7145"/>
                </a:solidFill>
                <a:latin typeface="Space Grotesk SemiBold"/>
                <a:ea typeface="Space Grotesk SemiBold"/>
                <a:cs typeface="Space Grotesk SemiBold"/>
                <a:sym typeface="Space Grotesk Semi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Diapositive de titre">
  <p:cSld name="6_Diapositive de titre">
    <p:spTree>
      <p:nvGrpSpPr>
        <p:cNvPr id="243" name="Shape 243"/>
        <p:cNvGrpSpPr/>
        <p:nvPr/>
      </p:nvGrpSpPr>
      <p:grpSpPr>
        <a:xfrm>
          <a:off x="0" y="0"/>
          <a:ext cx="0" cy="0"/>
          <a:chOff x="0" y="0"/>
          <a:chExt cx="0" cy="0"/>
        </a:xfrm>
      </p:grpSpPr>
      <p:sp>
        <p:nvSpPr>
          <p:cNvPr id="244" name="Google Shape;244;p3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5400"/>
              <a:buFont typeface="Space Grotesk SemiBold"/>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5" name="Google Shape;245;p35"/>
          <p:cNvSpPr txBox="1"/>
          <p:nvPr>
            <p:ph idx="1" type="subTitle"/>
          </p:nvPr>
        </p:nvSpPr>
        <p:spPr>
          <a:xfrm>
            <a:off x="1524000" y="3602038"/>
            <a:ext cx="9144000" cy="360503"/>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rgbClr val="FF7145"/>
              </a:buClr>
              <a:buSzPts val="1200"/>
              <a:buNone/>
              <a:defRPr sz="1200">
                <a:solidFill>
                  <a:srgbClr val="FF7145"/>
                </a:solidFill>
                <a:latin typeface="Space Grotesk SemiBold"/>
                <a:ea typeface="Space Grotesk SemiBold"/>
                <a:cs typeface="Space Grotesk SemiBold"/>
                <a:sym typeface="Space Grotesk SemiBold"/>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246" name="Google Shape;246;p35"/>
          <p:cNvPicPr preferRelativeResize="0"/>
          <p:nvPr/>
        </p:nvPicPr>
        <p:blipFill rotWithShape="1">
          <a:blip r:embed="rId2">
            <a:alphaModFix/>
          </a:blip>
          <a:srcRect b="0" l="0" r="0" t="0"/>
          <a:stretch/>
        </p:blipFill>
        <p:spPr>
          <a:xfrm>
            <a:off x="11160000" y="5580000"/>
            <a:ext cx="726279" cy="1005354"/>
          </a:xfrm>
          <a:prstGeom prst="rect">
            <a:avLst/>
          </a:prstGeom>
          <a:noFill/>
          <a:ln>
            <a:noFill/>
          </a:ln>
        </p:spPr>
      </p:pic>
      <p:sp>
        <p:nvSpPr>
          <p:cNvPr id="247" name="Google Shape;247;p35"/>
          <p:cNvSpPr/>
          <p:nvPr/>
        </p:nvSpPr>
        <p:spPr>
          <a:xfrm rot="2700000">
            <a:off x="-360101" y="3069000"/>
            <a:ext cx="720201" cy="720000"/>
          </a:xfrm>
          <a:prstGeom prst="rect">
            <a:avLst/>
          </a:prstGeom>
          <a:solidFill>
            <a:srgbClr val="FF7145"/>
          </a:solidFill>
          <a:ln cap="flat" cmpd="sng" w="12700">
            <a:solidFill>
              <a:schemeClr val="lt1">
                <a:alpha val="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re et contenu">
  <p:cSld name="6_Titre et contenu">
    <p:spTree>
      <p:nvGrpSpPr>
        <p:cNvPr id="248" name="Shape 248"/>
        <p:cNvGrpSpPr/>
        <p:nvPr/>
      </p:nvGrpSpPr>
      <p:grpSpPr>
        <a:xfrm>
          <a:off x="0" y="0"/>
          <a:ext cx="0" cy="0"/>
          <a:chOff x="0" y="0"/>
          <a:chExt cx="0" cy="0"/>
        </a:xfrm>
      </p:grpSpPr>
      <p:sp>
        <p:nvSpPr>
          <p:cNvPr id="249" name="Google Shape;249;p36"/>
          <p:cNvSpPr txBox="1"/>
          <p:nvPr>
            <p:ph type="title"/>
          </p:nvPr>
        </p:nvSpPr>
        <p:spPr>
          <a:xfrm>
            <a:off x="1008000" y="365125"/>
            <a:ext cx="100800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000"/>
              <a:buFont typeface="Space Grotesk SemiBold"/>
              <a:buNone/>
              <a:defRPr>
                <a:latin typeface="Space Grotesk SemiBold"/>
                <a:ea typeface="Space Grotesk SemiBold"/>
                <a:cs typeface="Space Grotesk SemiBold"/>
                <a:sym typeface="Space Grotesk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50" name="Google Shape;250;p36"/>
          <p:cNvPicPr preferRelativeResize="0"/>
          <p:nvPr/>
        </p:nvPicPr>
        <p:blipFill rotWithShape="1">
          <a:blip r:embed="rId2">
            <a:alphaModFix/>
          </a:blip>
          <a:srcRect b="0" l="0" r="0" t="0"/>
          <a:stretch/>
        </p:blipFill>
        <p:spPr>
          <a:xfrm>
            <a:off x="11160000" y="5580000"/>
            <a:ext cx="726279" cy="1005354"/>
          </a:xfrm>
          <a:prstGeom prst="rect">
            <a:avLst/>
          </a:prstGeom>
          <a:noFill/>
          <a:ln>
            <a:noFill/>
          </a:ln>
        </p:spPr>
      </p:pic>
      <p:sp>
        <p:nvSpPr>
          <p:cNvPr id="251" name="Google Shape;251;p36"/>
          <p:cNvSpPr/>
          <p:nvPr/>
        </p:nvSpPr>
        <p:spPr>
          <a:xfrm rot="2700000">
            <a:off x="-355264" y="3069000"/>
            <a:ext cx="720201" cy="720000"/>
          </a:xfrm>
          <a:prstGeom prst="rect">
            <a:avLst/>
          </a:prstGeom>
          <a:solidFill>
            <a:srgbClr val="FF7145"/>
          </a:solidFill>
          <a:ln cap="flat" cmpd="sng" w="12700">
            <a:solidFill>
              <a:schemeClr val="lt1">
                <a:alpha val="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252" name="Google Shape;252;p36"/>
          <p:cNvSpPr txBox="1"/>
          <p:nvPr>
            <p:ph idx="1" type="body"/>
          </p:nvPr>
        </p:nvSpPr>
        <p:spPr>
          <a:xfrm>
            <a:off x="1007999" y="1825625"/>
            <a:ext cx="100800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Space Grotesk Medium"/>
                <a:ea typeface="Space Grotesk Medium"/>
                <a:cs typeface="Space Grotesk Medium"/>
                <a:sym typeface="Space Grotesk Medium"/>
              </a:defRPr>
            </a:lvl1pPr>
            <a:lvl2pPr indent="-381000" lvl="1" marL="914400" algn="l">
              <a:lnSpc>
                <a:spcPct val="90000"/>
              </a:lnSpc>
              <a:spcBef>
                <a:spcPts val="500"/>
              </a:spcBef>
              <a:spcAft>
                <a:spcPts val="0"/>
              </a:spcAft>
              <a:buClr>
                <a:schemeClr val="dk1"/>
              </a:buClr>
              <a:buSzPts val="2400"/>
              <a:buChar char="•"/>
              <a:defRPr>
                <a:latin typeface="Space Grotesk"/>
                <a:ea typeface="Space Grotesk"/>
                <a:cs typeface="Space Grotesk"/>
                <a:sym typeface="Space Grotesk"/>
              </a:defRPr>
            </a:lvl2pPr>
            <a:lvl3pPr indent="-355600" lvl="2" marL="1371600" algn="l">
              <a:lnSpc>
                <a:spcPct val="90000"/>
              </a:lnSpc>
              <a:spcBef>
                <a:spcPts val="500"/>
              </a:spcBef>
              <a:spcAft>
                <a:spcPts val="0"/>
              </a:spcAft>
              <a:buClr>
                <a:schemeClr val="dk1"/>
              </a:buClr>
              <a:buSzPts val="2000"/>
              <a:buChar char="•"/>
              <a:defRPr>
                <a:latin typeface="Space Grotesk"/>
                <a:ea typeface="Space Grotesk"/>
                <a:cs typeface="Space Grotesk"/>
                <a:sym typeface="Space Grotesk"/>
              </a:defRPr>
            </a:lvl3pPr>
            <a:lvl4pPr indent="-342900" lvl="3" marL="18288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4pPr>
            <a:lvl5pPr indent="-342900" lvl="4" marL="22860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Deux contenus">
  <p:cSld name="6_Deux contenus">
    <p:spTree>
      <p:nvGrpSpPr>
        <p:cNvPr id="253" name="Shape 253"/>
        <p:cNvGrpSpPr/>
        <p:nvPr/>
      </p:nvGrpSpPr>
      <p:grpSpPr>
        <a:xfrm>
          <a:off x="0" y="0"/>
          <a:ext cx="0" cy="0"/>
          <a:chOff x="0" y="0"/>
          <a:chExt cx="0" cy="0"/>
        </a:xfrm>
      </p:grpSpPr>
      <p:sp>
        <p:nvSpPr>
          <p:cNvPr id="254" name="Google Shape;254;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55" name="Google Shape;255;p37"/>
          <p:cNvPicPr preferRelativeResize="0"/>
          <p:nvPr/>
        </p:nvPicPr>
        <p:blipFill rotWithShape="1">
          <a:blip r:embed="rId2">
            <a:alphaModFix/>
          </a:blip>
          <a:srcRect b="0" l="0" r="0" t="0"/>
          <a:stretch/>
        </p:blipFill>
        <p:spPr>
          <a:xfrm>
            <a:off x="11160000" y="5580000"/>
            <a:ext cx="726279" cy="1005354"/>
          </a:xfrm>
          <a:prstGeom prst="rect">
            <a:avLst/>
          </a:prstGeom>
          <a:noFill/>
          <a:ln>
            <a:noFill/>
          </a:ln>
        </p:spPr>
      </p:pic>
      <p:sp>
        <p:nvSpPr>
          <p:cNvPr id="256" name="Google Shape;256;p37"/>
          <p:cNvSpPr/>
          <p:nvPr/>
        </p:nvSpPr>
        <p:spPr>
          <a:xfrm rot="2700000">
            <a:off x="-355264" y="3069000"/>
            <a:ext cx="720201" cy="720000"/>
          </a:xfrm>
          <a:prstGeom prst="rect">
            <a:avLst/>
          </a:prstGeom>
          <a:solidFill>
            <a:srgbClr val="FF7145"/>
          </a:solidFill>
          <a:ln cap="flat" cmpd="sng" w="12700">
            <a:solidFill>
              <a:schemeClr val="lt1">
                <a:alpha val="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C17250"/>
                </a:solidFill>
                <a:latin typeface="Space Grotesk"/>
                <a:ea typeface="Space Grotesk"/>
                <a:cs typeface="Space Grotesk"/>
                <a:sym typeface="Space Grotesk"/>
              </a:rPr>
              <a:t> </a:t>
            </a:r>
            <a:endParaRPr/>
          </a:p>
        </p:txBody>
      </p:sp>
      <p:sp>
        <p:nvSpPr>
          <p:cNvPr id="257" name="Google Shape;257;p3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Space Grotesk Medium"/>
                <a:ea typeface="Space Grotesk Medium"/>
                <a:cs typeface="Space Grotesk Medium"/>
                <a:sym typeface="Space Grotesk Medium"/>
              </a:defRPr>
            </a:lvl1pPr>
            <a:lvl2pPr indent="-381000" lvl="1" marL="914400" algn="l">
              <a:lnSpc>
                <a:spcPct val="90000"/>
              </a:lnSpc>
              <a:spcBef>
                <a:spcPts val="500"/>
              </a:spcBef>
              <a:spcAft>
                <a:spcPts val="0"/>
              </a:spcAft>
              <a:buClr>
                <a:schemeClr val="dk1"/>
              </a:buClr>
              <a:buSzPts val="2400"/>
              <a:buChar char="•"/>
              <a:defRPr>
                <a:latin typeface="Space Grotesk"/>
                <a:ea typeface="Space Grotesk"/>
                <a:cs typeface="Space Grotesk"/>
                <a:sym typeface="Space Grotesk"/>
              </a:defRPr>
            </a:lvl2pPr>
            <a:lvl3pPr indent="-355600" lvl="2" marL="1371600" algn="l">
              <a:lnSpc>
                <a:spcPct val="90000"/>
              </a:lnSpc>
              <a:spcBef>
                <a:spcPts val="500"/>
              </a:spcBef>
              <a:spcAft>
                <a:spcPts val="0"/>
              </a:spcAft>
              <a:buClr>
                <a:schemeClr val="dk1"/>
              </a:buClr>
              <a:buSzPts val="2000"/>
              <a:buChar char="•"/>
              <a:defRPr>
                <a:latin typeface="Space Grotesk"/>
                <a:ea typeface="Space Grotesk"/>
                <a:cs typeface="Space Grotesk"/>
                <a:sym typeface="Space Grotesk"/>
              </a:defRPr>
            </a:lvl3pPr>
            <a:lvl4pPr indent="-342900" lvl="3" marL="18288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4pPr>
            <a:lvl5pPr indent="-342900" lvl="4" marL="22860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8" name="Google Shape;258;p3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Space Grotesk Medium"/>
                <a:ea typeface="Space Grotesk Medium"/>
                <a:cs typeface="Space Grotesk Medium"/>
                <a:sym typeface="Space Grotesk Medium"/>
              </a:defRPr>
            </a:lvl1pPr>
            <a:lvl2pPr indent="-381000" lvl="1" marL="914400" algn="l">
              <a:lnSpc>
                <a:spcPct val="90000"/>
              </a:lnSpc>
              <a:spcBef>
                <a:spcPts val="500"/>
              </a:spcBef>
              <a:spcAft>
                <a:spcPts val="0"/>
              </a:spcAft>
              <a:buClr>
                <a:schemeClr val="dk1"/>
              </a:buClr>
              <a:buSzPts val="2400"/>
              <a:buChar char="•"/>
              <a:defRPr>
                <a:latin typeface="Space Grotesk"/>
                <a:ea typeface="Space Grotesk"/>
                <a:cs typeface="Space Grotesk"/>
                <a:sym typeface="Space Grotesk"/>
              </a:defRPr>
            </a:lvl2pPr>
            <a:lvl3pPr indent="-355600" lvl="2" marL="1371600" algn="l">
              <a:lnSpc>
                <a:spcPct val="90000"/>
              </a:lnSpc>
              <a:spcBef>
                <a:spcPts val="500"/>
              </a:spcBef>
              <a:spcAft>
                <a:spcPts val="0"/>
              </a:spcAft>
              <a:buClr>
                <a:schemeClr val="dk1"/>
              </a:buClr>
              <a:buSzPts val="2000"/>
              <a:buChar char="•"/>
              <a:defRPr>
                <a:latin typeface="Space Grotesk"/>
                <a:ea typeface="Space Grotesk"/>
                <a:cs typeface="Space Grotesk"/>
                <a:sym typeface="Space Grotesk"/>
              </a:defRPr>
            </a:lvl3pPr>
            <a:lvl4pPr indent="-342900" lvl="3" marL="18288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4pPr>
            <a:lvl5pPr indent="-342900" lvl="4" marL="22860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Image avec légende">
  <p:cSld name="6_Image avec légende">
    <p:spTree>
      <p:nvGrpSpPr>
        <p:cNvPr id="259" name="Shape 259"/>
        <p:cNvGrpSpPr/>
        <p:nvPr/>
      </p:nvGrpSpPr>
      <p:grpSpPr>
        <a:xfrm>
          <a:off x="0" y="0"/>
          <a:ext cx="0" cy="0"/>
          <a:chOff x="0" y="0"/>
          <a:chExt cx="0" cy="0"/>
        </a:xfrm>
      </p:grpSpPr>
      <p:sp>
        <p:nvSpPr>
          <p:cNvPr id="260" name="Google Shape;260;p3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Space Grotesk SemiBold"/>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1" name="Google Shape;261;p38"/>
          <p:cNvSpPr/>
          <p:nvPr>
            <p:ph idx="2" type="pic"/>
          </p:nvPr>
        </p:nvSpPr>
        <p:spPr>
          <a:xfrm>
            <a:off x="5183188" y="987425"/>
            <a:ext cx="6172200" cy="4873625"/>
          </a:xfrm>
          <a:prstGeom prst="rect">
            <a:avLst/>
          </a:prstGeom>
          <a:noFill/>
          <a:ln>
            <a:noFill/>
          </a:ln>
        </p:spPr>
      </p:sp>
      <p:pic>
        <p:nvPicPr>
          <p:cNvPr id="262" name="Google Shape;262;p38"/>
          <p:cNvPicPr preferRelativeResize="0"/>
          <p:nvPr/>
        </p:nvPicPr>
        <p:blipFill rotWithShape="1">
          <a:blip r:embed="rId2">
            <a:alphaModFix/>
          </a:blip>
          <a:srcRect b="0" l="0" r="0" t="0"/>
          <a:stretch/>
        </p:blipFill>
        <p:spPr>
          <a:xfrm>
            <a:off x="11160000" y="5580000"/>
            <a:ext cx="726279" cy="1005354"/>
          </a:xfrm>
          <a:prstGeom prst="rect">
            <a:avLst/>
          </a:prstGeom>
          <a:noFill/>
          <a:ln>
            <a:noFill/>
          </a:ln>
        </p:spPr>
      </p:pic>
      <p:sp>
        <p:nvSpPr>
          <p:cNvPr id="263" name="Google Shape;263;p38"/>
          <p:cNvSpPr/>
          <p:nvPr/>
        </p:nvSpPr>
        <p:spPr>
          <a:xfrm rot="2700000">
            <a:off x="-360100" y="3069001"/>
            <a:ext cx="720201" cy="720000"/>
          </a:xfrm>
          <a:prstGeom prst="rect">
            <a:avLst/>
          </a:prstGeom>
          <a:solidFill>
            <a:srgbClr val="FF7145"/>
          </a:solidFill>
          <a:ln cap="flat" cmpd="sng" w="12700">
            <a:solidFill>
              <a:schemeClr val="lt1">
                <a:alpha val="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264" name="Google Shape;264;p3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b="0" i="0" sz="1600">
                <a:latin typeface="Space Grotesk"/>
                <a:ea typeface="Space Grotesk"/>
                <a:cs typeface="Space Grotesk"/>
                <a:sym typeface="Space Grotesk"/>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Diapositive de titre">
  <p:cSld name="7_Diapositive de titre">
    <p:spTree>
      <p:nvGrpSpPr>
        <p:cNvPr id="265" name="Shape 265"/>
        <p:cNvGrpSpPr/>
        <p:nvPr/>
      </p:nvGrpSpPr>
      <p:grpSpPr>
        <a:xfrm>
          <a:off x="0" y="0"/>
          <a:ext cx="0" cy="0"/>
          <a:chOff x="0" y="0"/>
          <a:chExt cx="0" cy="0"/>
        </a:xfrm>
      </p:grpSpPr>
      <p:sp>
        <p:nvSpPr>
          <p:cNvPr id="266" name="Google Shape;266;p3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5400"/>
              <a:buFont typeface="Space Grotesk SemiBold"/>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7" name="Google Shape;267;p39"/>
          <p:cNvSpPr txBox="1"/>
          <p:nvPr>
            <p:ph idx="1" type="subTitle"/>
          </p:nvPr>
        </p:nvSpPr>
        <p:spPr>
          <a:xfrm>
            <a:off x="1524000" y="3602038"/>
            <a:ext cx="9144000" cy="360503"/>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rgbClr val="8FDCBB"/>
              </a:buClr>
              <a:buSzPts val="1200"/>
              <a:buNone/>
              <a:defRPr sz="1200">
                <a:solidFill>
                  <a:srgbClr val="8FDCBB"/>
                </a:solidFill>
                <a:latin typeface="Space Grotesk SemiBold"/>
                <a:ea typeface="Space Grotesk SemiBold"/>
                <a:cs typeface="Space Grotesk SemiBold"/>
                <a:sym typeface="Space Grotesk SemiBold"/>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268" name="Google Shape;268;p39"/>
          <p:cNvPicPr preferRelativeResize="0"/>
          <p:nvPr/>
        </p:nvPicPr>
        <p:blipFill rotWithShape="1">
          <a:blip r:embed="rId2">
            <a:alphaModFix/>
          </a:blip>
          <a:srcRect b="0" l="0" r="0" t="0"/>
          <a:stretch/>
        </p:blipFill>
        <p:spPr>
          <a:xfrm>
            <a:off x="11160000" y="5580000"/>
            <a:ext cx="726279" cy="1005354"/>
          </a:xfrm>
          <a:prstGeom prst="rect">
            <a:avLst/>
          </a:prstGeom>
          <a:noFill/>
          <a:ln>
            <a:noFill/>
          </a:ln>
        </p:spPr>
      </p:pic>
      <p:sp>
        <p:nvSpPr>
          <p:cNvPr id="269" name="Google Shape;269;p39"/>
          <p:cNvSpPr/>
          <p:nvPr/>
        </p:nvSpPr>
        <p:spPr>
          <a:xfrm rot="2700000">
            <a:off x="-355264" y="3069000"/>
            <a:ext cx="720201" cy="720000"/>
          </a:xfrm>
          <a:prstGeom prst="rect">
            <a:avLst/>
          </a:prstGeom>
          <a:solidFill>
            <a:srgbClr val="8FDCBB"/>
          </a:solidFill>
          <a:ln cap="flat" cmpd="sng" w="12700">
            <a:solidFill>
              <a:schemeClr val="lt1">
                <a:alpha val="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Deux contenus">
  <p:cSld name="7_Deux contenus">
    <p:spTree>
      <p:nvGrpSpPr>
        <p:cNvPr id="270" name="Shape 270"/>
        <p:cNvGrpSpPr/>
        <p:nvPr/>
      </p:nvGrpSpPr>
      <p:grpSpPr>
        <a:xfrm>
          <a:off x="0" y="0"/>
          <a:ext cx="0" cy="0"/>
          <a:chOff x="0" y="0"/>
          <a:chExt cx="0" cy="0"/>
        </a:xfrm>
      </p:grpSpPr>
      <p:sp>
        <p:nvSpPr>
          <p:cNvPr id="271" name="Google Shape;271;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72" name="Google Shape;272;p40"/>
          <p:cNvPicPr preferRelativeResize="0"/>
          <p:nvPr/>
        </p:nvPicPr>
        <p:blipFill rotWithShape="1">
          <a:blip r:embed="rId2">
            <a:alphaModFix/>
          </a:blip>
          <a:srcRect b="0" l="0" r="0" t="0"/>
          <a:stretch/>
        </p:blipFill>
        <p:spPr>
          <a:xfrm>
            <a:off x="11160000" y="5580000"/>
            <a:ext cx="726279" cy="1005354"/>
          </a:xfrm>
          <a:prstGeom prst="rect">
            <a:avLst/>
          </a:prstGeom>
          <a:noFill/>
          <a:ln>
            <a:noFill/>
          </a:ln>
        </p:spPr>
      </p:pic>
      <p:sp>
        <p:nvSpPr>
          <p:cNvPr id="273" name="Google Shape;273;p40"/>
          <p:cNvSpPr/>
          <p:nvPr/>
        </p:nvSpPr>
        <p:spPr>
          <a:xfrm rot="2700000">
            <a:off x="-355264" y="3069000"/>
            <a:ext cx="720201" cy="720000"/>
          </a:xfrm>
          <a:prstGeom prst="rect">
            <a:avLst/>
          </a:prstGeom>
          <a:solidFill>
            <a:srgbClr val="8FDCBB"/>
          </a:solidFill>
          <a:ln cap="flat" cmpd="sng" w="12700">
            <a:solidFill>
              <a:schemeClr val="lt1">
                <a:alpha val="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8FDCBB"/>
                </a:solidFill>
                <a:latin typeface="Space Grotesk"/>
                <a:ea typeface="Space Grotesk"/>
                <a:cs typeface="Space Grotesk"/>
                <a:sym typeface="Space Grotesk"/>
              </a:rPr>
              <a:t> </a:t>
            </a:r>
            <a:endParaRPr/>
          </a:p>
        </p:txBody>
      </p:sp>
      <p:sp>
        <p:nvSpPr>
          <p:cNvPr id="274" name="Google Shape;274;p4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Space Grotesk Medium"/>
                <a:ea typeface="Space Grotesk Medium"/>
                <a:cs typeface="Space Grotesk Medium"/>
                <a:sym typeface="Space Grotesk Medium"/>
              </a:defRPr>
            </a:lvl1pPr>
            <a:lvl2pPr indent="-381000" lvl="1" marL="914400" algn="l">
              <a:lnSpc>
                <a:spcPct val="90000"/>
              </a:lnSpc>
              <a:spcBef>
                <a:spcPts val="500"/>
              </a:spcBef>
              <a:spcAft>
                <a:spcPts val="0"/>
              </a:spcAft>
              <a:buClr>
                <a:schemeClr val="dk1"/>
              </a:buClr>
              <a:buSzPts val="2400"/>
              <a:buChar char="•"/>
              <a:defRPr>
                <a:latin typeface="Space Grotesk"/>
                <a:ea typeface="Space Grotesk"/>
                <a:cs typeface="Space Grotesk"/>
                <a:sym typeface="Space Grotesk"/>
              </a:defRPr>
            </a:lvl2pPr>
            <a:lvl3pPr indent="-355600" lvl="2" marL="1371600" algn="l">
              <a:lnSpc>
                <a:spcPct val="90000"/>
              </a:lnSpc>
              <a:spcBef>
                <a:spcPts val="500"/>
              </a:spcBef>
              <a:spcAft>
                <a:spcPts val="0"/>
              </a:spcAft>
              <a:buClr>
                <a:schemeClr val="dk1"/>
              </a:buClr>
              <a:buSzPts val="2000"/>
              <a:buChar char="•"/>
              <a:defRPr>
                <a:latin typeface="Space Grotesk"/>
                <a:ea typeface="Space Grotesk"/>
                <a:cs typeface="Space Grotesk"/>
                <a:sym typeface="Space Grotesk"/>
              </a:defRPr>
            </a:lvl3pPr>
            <a:lvl4pPr indent="-342900" lvl="3" marL="18288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4pPr>
            <a:lvl5pPr indent="-342900" lvl="4" marL="22860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5" name="Google Shape;275;p4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Space Grotesk Medium"/>
                <a:ea typeface="Space Grotesk Medium"/>
                <a:cs typeface="Space Grotesk Medium"/>
                <a:sym typeface="Space Grotesk Medium"/>
              </a:defRPr>
            </a:lvl1pPr>
            <a:lvl2pPr indent="-381000" lvl="1" marL="914400" algn="l">
              <a:lnSpc>
                <a:spcPct val="90000"/>
              </a:lnSpc>
              <a:spcBef>
                <a:spcPts val="500"/>
              </a:spcBef>
              <a:spcAft>
                <a:spcPts val="0"/>
              </a:spcAft>
              <a:buClr>
                <a:schemeClr val="dk1"/>
              </a:buClr>
              <a:buSzPts val="2400"/>
              <a:buChar char="•"/>
              <a:defRPr>
                <a:latin typeface="Space Grotesk"/>
                <a:ea typeface="Space Grotesk"/>
                <a:cs typeface="Space Grotesk"/>
                <a:sym typeface="Space Grotesk"/>
              </a:defRPr>
            </a:lvl2pPr>
            <a:lvl3pPr indent="-355600" lvl="2" marL="1371600" algn="l">
              <a:lnSpc>
                <a:spcPct val="90000"/>
              </a:lnSpc>
              <a:spcBef>
                <a:spcPts val="500"/>
              </a:spcBef>
              <a:spcAft>
                <a:spcPts val="0"/>
              </a:spcAft>
              <a:buClr>
                <a:schemeClr val="dk1"/>
              </a:buClr>
              <a:buSzPts val="2000"/>
              <a:buChar char="•"/>
              <a:defRPr>
                <a:latin typeface="Space Grotesk"/>
                <a:ea typeface="Space Grotesk"/>
                <a:cs typeface="Space Grotesk"/>
                <a:sym typeface="Space Grotesk"/>
              </a:defRPr>
            </a:lvl3pPr>
            <a:lvl4pPr indent="-342900" lvl="3" marL="18288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4pPr>
            <a:lvl5pPr indent="-342900" lvl="4" marL="22860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Image avec légende">
  <p:cSld name="7_Image avec légende">
    <p:spTree>
      <p:nvGrpSpPr>
        <p:cNvPr id="276" name="Shape 276"/>
        <p:cNvGrpSpPr/>
        <p:nvPr/>
      </p:nvGrpSpPr>
      <p:grpSpPr>
        <a:xfrm>
          <a:off x="0" y="0"/>
          <a:ext cx="0" cy="0"/>
          <a:chOff x="0" y="0"/>
          <a:chExt cx="0" cy="0"/>
        </a:xfrm>
      </p:grpSpPr>
      <p:sp>
        <p:nvSpPr>
          <p:cNvPr id="277" name="Google Shape;277;p4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Space Grotesk SemiBold"/>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8" name="Google Shape;278;p41"/>
          <p:cNvSpPr/>
          <p:nvPr>
            <p:ph idx="2" type="pic"/>
          </p:nvPr>
        </p:nvSpPr>
        <p:spPr>
          <a:xfrm>
            <a:off x="5183188" y="987425"/>
            <a:ext cx="6172200" cy="4873625"/>
          </a:xfrm>
          <a:prstGeom prst="rect">
            <a:avLst/>
          </a:prstGeom>
          <a:noFill/>
          <a:ln>
            <a:noFill/>
          </a:ln>
        </p:spPr>
      </p:sp>
      <p:pic>
        <p:nvPicPr>
          <p:cNvPr id="279" name="Google Shape;279;p41"/>
          <p:cNvPicPr preferRelativeResize="0"/>
          <p:nvPr/>
        </p:nvPicPr>
        <p:blipFill rotWithShape="1">
          <a:blip r:embed="rId2">
            <a:alphaModFix/>
          </a:blip>
          <a:srcRect b="0" l="0" r="0" t="0"/>
          <a:stretch/>
        </p:blipFill>
        <p:spPr>
          <a:xfrm>
            <a:off x="11160000" y="5580000"/>
            <a:ext cx="726279" cy="1005354"/>
          </a:xfrm>
          <a:prstGeom prst="rect">
            <a:avLst/>
          </a:prstGeom>
          <a:noFill/>
          <a:ln>
            <a:noFill/>
          </a:ln>
        </p:spPr>
      </p:pic>
      <p:sp>
        <p:nvSpPr>
          <p:cNvPr id="280" name="Google Shape;280;p41"/>
          <p:cNvSpPr/>
          <p:nvPr/>
        </p:nvSpPr>
        <p:spPr>
          <a:xfrm rot="2700000">
            <a:off x="-355264" y="3069000"/>
            <a:ext cx="720201" cy="720000"/>
          </a:xfrm>
          <a:prstGeom prst="rect">
            <a:avLst/>
          </a:prstGeom>
          <a:solidFill>
            <a:srgbClr val="8FDCBB"/>
          </a:solidFill>
          <a:ln cap="flat" cmpd="sng" w="12700">
            <a:solidFill>
              <a:schemeClr val="lt1">
                <a:alpha val="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281" name="Google Shape;281;p4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b="0" i="0" sz="1600">
                <a:latin typeface="Space Grotesk"/>
                <a:ea typeface="Space Grotesk"/>
                <a:cs typeface="Space Grotesk"/>
                <a:sym typeface="Space Grotesk"/>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Diapositive de titre">
  <p:cSld name="8_Diapositive de titre">
    <p:spTree>
      <p:nvGrpSpPr>
        <p:cNvPr id="282" name="Shape 282"/>
        <p:cNvGrpSpPr/>
        <p:nvPr/>
      </p:nvGrpSpPr>
      <p:grpSpPr>
        <a:xfrm>
          <a:off x="0" y="0"/>
          <a:ext cx="0" cy="0"/>
          <a:chOff x="0" y="0"/>
          <a:chExt cx="0" cy="0"/>
        </a:xfrm>
      </p:grpSpPr>
      <p:sp>
        <p:nvSpPr>
          <p:cNvPr id="283" name="Google Shape;283;p4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5400"/>
              <a:buFont typeface="Space Grotesk SemiBold"/>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4" name="Google Shape;284;p42"/>
          <p:cNvSpPr txBox="1"/>
          <p:nvPr>
            <p:ph idx="1" type="subTitle"/>
          </p:nvPr>
        </p:nvSpPr>
        <p:spPr>
          <a:xfrm>
            <a:off x="1524000" y="3602038"/>
            <a:ext cx="9144000" cy="360503"/>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rgbClr val="F5443A"/>
              </a:buClr>
              <a:buSzPts val="1200"/>
              <a:buNone/>
              <a:defRPr sz="1200">
                <a:solidFill>
                  <a:srgbClr val="F5443A"/>
                </a:solidFill>
                <a:latin typeface="Space Grotesk SemiBold"/>
                <a:ea typeface="Space Grotesk SemiBold"/>
                <a:cs typeface="Space Grotesk SemiBold"/>
                <a:sym typeface="Space Grotesk SemiBold"/>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285" name="Google Shape;285;p42"/>
          <p:cNvPicPr preferRelativeResize="0"/>
          <p:nvPr/>
        </p:nvPicPr>
        <p:blipFill rotWithShape="1">
          <a:blip r:embed="rId2">
            <a:alphaModFix/>
          </a:blip>
          <a:srcRect b="0" l="0" r="0" t="0"/>
          <a:stretch/>
        </p:blipFill>
        <p:spPr>
          <a:xfrm>
            <a:off x="11160000" y="5580000"/>
            <a:ext cx="726279" cy="1005354"/>
          </a:xfrm>
          <a:prstGeom prst="rect">
            <a:avLst/>
          </a:prstGeom>
          <a:noFill/>
          <a:ln>
            <a:noFill/>
          </a:ln>
        </p:spPr>
      </p:pic>
      <p:sp>
        <p:nvSpPr>
          <p:cNvPr id="286" name="Google Shape;286;p42"/>
          <p:cNvSpPr/>
          <p:nvPr/>
        </p:nvSpPr>
        <p:spPr>
          <a:xfrm rot="2700000">
            <a:off x="-355264" y="3069000"/>
            <a:ext cx="720201" cy="720000"/>
          </a:xfrm>
          <a:prstGeom prst="rect">
            <a:avLst/>
          </a:prstGeom>
          <a:solidFill>
            <a:srgbClr val="F5443A"/>
          </a:solidFill>
          <a:ln cap="flat" cmpd="sng" w="12700">
            <a:solidFill>
              <a:schemeClr val="lt1">
                <a:alpha val="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Deux contenus">
  <p:cSld name="8_Deux contenus">
    <p:spTree>
      <p:nvGrpSpPr>
        <p:cNvPr id="287" name="Shape 287"/>
        <p:cNvGrpSpPr/>
        <p:nvPr/>
      </p:nvGrpSpPr>
      <p:grpSpPr>
        <a:xfrm>
          <a:off x="0" y="0"/>
          <a:ext cx="0" cy="0"/>
          <a:chOff x="0" y="0"/>
          <a:chExt cx="0" cy="0"/>
        </a:xfrm>
      </p:grpSpPr>
      <p:sp>
        <p:nvSpPr>
          <p:cNvPr id="288" name="Google Shape;288;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89" name="Google Shape;289;p43"/>
          <p:cNvPicPr preferRelativeResize="0"/>
          <p:nvPr/>
        </p:nvPicPr>
        <p:blipFill rotWithShape="1">
          <a:blip r:embed="rId2">
            <a:alphaModFix/>
          </a:blip>
          <a:srcRect b="0" l="0" r="0" t="0"/>
          <a:stretch/>
        </p:blipFill>
        <p:spPr>
          <a:xfrm>
            <a:off x="11160000" y="5580000"/>
            <a:ext cx="726279" cy="1005354"/>
          </a:xfrm>
          <a:prstGeom prst="rect">
            <a:avLst/>
          </a:prstGeom>
          <a:noFill/>
          <a:ln>
            <a:noFill/>
          </a:ln>
        </p:spPr>
      </p:pic>
      <p:sp>
        <p:nvSpPr>
          <p:cNvPr id="290" name="Google Shape;290;p43"/>
          <p:cNvSpPr/>
          <p:nvPr/>
        </p:nvSpPr>
        <p:spPr>
          <a:xfrm rot="2700000">
            <a:off x="-355264" y="3069000"/>
            <a:ext cx="720201" cy="720000"/>
          </a:xfrm>
          <a:prstGeom prst="rect">
            <a:avLst/>
          </a:prstGeom>
          <a:solidFill>
            <a:srgbClr val="F5443A"/>
          </a:solidFill>
          <a:ln cap="flat" cmpd="sng" w="12700">
            <a:solidFill>
              <a:schemeClr val="lt1">
                <a:alpha val="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291" name="Google Shape;291;p4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Space Grotesk Medium"/>
                <a:ea typeface="Space Grotesk Medium"/>
                <a:cs typeface="Space Grotesk Medium"/>
                <a:sym typeface="Space Grotesk Medium"/>
              </a:defRPr>
            </a:lvl1pPr>
            <a:lvl2pPr indent="-381000" lvl="1" marL="914400" algn="l">
              <a:lnSpc>
                <a:spcPct val="90000"/>
              </a:lnSpc>
              <a:spcBef>
                <a:spcPts val="500"/>
              </a:spcBef>
              <a:spcAft>
                <a:spcPts val="0"/>
              </a:spcAft>
              <a:buClr>
                <a:schemeClr val="dk1"/>
              </a:buClr>
              <a:buSzPts val="2400"/>
              <a:buChar char="•"/>
              <a:defRPr>
                <a:latin typeface="Space Grotesk"/>
                <a:ea typeface="Space Grotesk"/>
                <a:cs typeface="Space Grotesk"/>
                <a:sym typeface="Space Grotesk"/>
              </a:defRPr>
            </a:lvl2pPr>
            <a:lvl3pPr indent="-355600" lvl="2" marL="1371600" algn="l">
              <a:lnSpc>
                <a:spcPct val="90000"/>
              </a:lnSpc>
              <a:spcBef>
                <a:spcPts val="500"/>
              </a:spcBef>
              <a:spcAft>
                <a:spcPts val="0"/>
              </a:spcAft>
              <a:buClr>
                <a:schemeClr val="dk1"/>
              </a:buClr>
              <a:buSzPts val="2000"/>
              <a:buChar char="•"/>
              <a:defRPr>
                <a:latin typeface="Space Grotesk"/>
                <a:ea typeface="Space Grotesk"/>
                <a:cs typeface="Space Grotesk"/>
                <a:sym typeface="Space Grotesk"/>
              </a:defRPr>
            </a:lvl3pPr>
            <a:lvl4pPr indent="-342900" lvl="3" marL="18288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4pPr>
            <a:lvl5pPr indent="-342900" lvl="4" marL="22860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2" name="Google Shape;292;p4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Space Grotesk Medium"/>
                <a:ea typeface="Space Grotesk Medium"/>
                <a:cs typeface="Space Grotesk Medium"/>
                <a:sym typeface="Space Grotesk Medium"/>
              </a:defRPr>
            </a:lvl1pPr>
            <a:lvl2pPr indent="-381000" lvl="1" marL="914400" algn="l">
              <a:lnSpc>
                <a:spcPct val="90000"/>
              </a:lnSpc>
              <a:spcBef>
                <a:spcPts val="500"/>
              </a:spcBef>
              <a:spcAft>
                <a:spcPts val="0"/>
              </a:spcAft>
              <a:buClr>
                <a:schemeClr val="dk1"/>
              </a:buClr>
              <a:buSzPts val="2400"/>
              <a:buChar char="•"/>
              <a:defRPr>
                <a:latin typeface="Space Grotesk"/>
                <a:ea typeface="Space Grotesk"/>
                <a:cs typeface="Space Grotesk"/>
                <a:sym typeface="Space Grotesk"/>
              </a:defRPr>
            </a:lvl2pPr>
            <a:lvl3pPr indent="-355600" lvl="2" marL="1371600" algn="l">
              <a:lnSpc>
                <a:spcPct val="90000"/>
              </a:lnSpc>
              <a:spcBef>
                <a:spcPts val="500"/>
              </a:spcBef>
              <a:spcAft>
                <a:spcPts val="0"/>
              </a:spcAft>
              <a:buClr>
                <a:schemeClr val="dk1"/>
              </a:buClr>
              <a:buSzPts val="2000"/>
              <a:buChar char="•"/>
              <a:defRPr>
                <a:latin typeface="Space Grotesk"/>
                <a:ea typeface="Space Grotesk"/>
                <a:cs typeface="Space Grotesk"/>
                <a:sym typeface="Space Grotesk"/>
              </a:defRPr>
            </a:lvl3pPr>
            <a:lvl4pPr indent="-342900" lvl="3" marL="18288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4pPr>
            <a:lvl5pPr indent="-342900" lvl="4" marL="2286000" algn="l">
              <a:lnSpc>
                <a:spcPct val="90000"/>
              </a:lnSpc>
              <a:spcBef>
                <a:spcPts val="500"/>
              </a:spcBef>
              <a:spcAft>
                <a:spcPts val="0"/>
              </a:spcAft>
              <a:buClr>
                <a:schemeClr val="dk1"/>
              </a:buClr>
              <a:buSzPts val="1800"/>
              <a:buChar char="•"/>
              <a:defRPr>
                <a:latin typeface="Space Grotesk"/>
                <a:ea typeface="Space Grotesk"/>
                <a:cs typeface="Space Grotesk"/>
                <a:sym typeface="Space Grotesk"/>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Image avec légende">
  <p:cSld name="8_Image avec légende">
    <p:spTree>
      <p:nvGrpSpPr>
        <p:cNvPr id="293" name="Shape 293"/>
        <p:cNvGrpSpPr/>
        <p:nvPr/>
      </p:nvGrpSpPr>
      <p:grpSpPr>
        <a:xfrm>
          <a:off x="0" y="0"/>
          <a:ext cx="0" cy="0"/>
          <a:chOff x="0" y="0"/>
          <a:chExt cx="0" cy="0"/>
        </a:xfrm>
      </p:grpSpPr>
      <p:sp>
        <p:nvSpPr>
          <p:cNvPr id="294" name="Google Shape;294;p4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Space Grotesk SemiBold"/>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5" name="Google Shape;295;p44"/>
          <p:cNvSpPr/>
          <p:nvPr>
            <p:ph idx="2" type="pic"/>
          </p:nvPr>
        </p:nvSpPr>
        <p:spPr>
          <a:xfrm>
            <a:off x="5183188" y="987425"/>
            <a:ext cx="6172200" cy="4873625"/>
          </a:xfrm>
          <a:prstGeom prst="rect">
            <a:avLst/>
          </a:prstGeom>
          <a:noFill/>
          <a:ln>
            <a:noFill/>
          </a:ln>
        </p:spPr>
      </p:sp>
      <p:pic>
        <p:nvPicPr>
          <p:cNvPr id="296" name="Google Shape;296;p44"/>
          <p:cNvPicPr preferRelativeResize="0"/>
          <p:nvPr/>
        </p:nvPicPr>
        <p:blipFill rotWithShape="1">
          <a:blip r:embed="rId2">
            <a:alphaModFix/>
          </a:blip>
          <a:srcRect b="0" l="0" r="0" t="0"/>
          <a:stretch/>
        </p:blipFill>
        <p:spPr>
          <a:xfrm>
            <a:off x="11160000" y="5580000"/>
            <a:ext cx="726279" cy="1005354"/>
          </a:xfrm>
          <a:prstGeom prst="rect">
            <a:avLst/>
          </a:prstGeom>
          <a:noFill/>
          <a:ln>
            <a:noFill/>
          </a:ln>
        </p:spPr>
      </p:pic>
      <p:sp>
        <p:nvSpPr>
          <p:cNvPr id="297" name="Google Shape;297;p44"/>
          <p:cNvSpPr/>
          <p:nvPr/>
        </p:nvSpPr>
        <p:spPr>
          <a:xfrm rot="2700000">
            <a:off x="-355264" y="3069000"/>
            <a:ext cx="720201" cy="720000"/>
          </a:xfrm>
          <a:prstGeom prst="rect">
            <a:avLst/>
          </a:prstGeom>
          <a:solidFill>
            <a:srgbClr val="F5443A"/>
          </a:solidFill>
          <a:ln cap="flat" cmpd="sng" w="12700">
            <a:solidFill>
              <a:schemeClr val="lt1">
                <a:alpha val="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Space Grotesk"/>
                <a:ea typeface="Space Grotesk"/>
                <a:cs typeface="Space Grotesk"/>
                <a:sym typeface="Space Grotesk"/>
              </a:rPr>
              <a:t> </a:t>
            </a:r>
            <a:endParaRPr/>
          </a:p>
        </p:txBody>
      </p:sp>
      <p:sp>
        <p:nvSpPr>
          <p:cNvPr id="298" name="Google Shape;298;p4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b="0" i="0" sz="1600">
                <a:latin typeface="Space Grotesk"/>
                <a:ea typeface="Space Grotesk"/>
                <a:cs typeface="Space Grotesk"/>
                <a:sym typeface="Space Grotesk"/>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theme" Target="../theme/theme2.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000"/>
              <a:buFont typeface="Space Grotesk SemiBold"/>
              <a:buNone/>
              <a:defRPr b="0" i="0" sz="4000" u="none" cap="none" strike="noStrike">
                <a:solidFill>
                  <a:schemeClr val="dk1"/>
                </a:solidFill>
                <a:latin typeface="Space Grotesk SemiBold"/>
                <a:ea typeface="Space Grotesk SemiBold"/>
                <a:cs typeface="Space Grotesk SemiBold"/>
                <a:sym typeface="Space Grotesk SemiBold"/>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Space Grotesk SemiBold"/>
                <a:ea typeface="Space Grotesk SemiBold"/>
                <a:cs typeface="Space Grotesk SemiBold"/>
                <a:sym typeface="Space Grotesk SemiBol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Space Grotesk"/>
                <a:ea typeface="Space Grotesk"/>
                <a:cs typeface="Space Grotesk"/>
                <a:sym typeface="Space Grotesk"/>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Space Grotesk"/>
                <a:ea typeface="Space Grotesk"/>
                <a:cs typeface="Space Grotesk"/>
                <a:sym typeface="Space Grotesk"/>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Space Grotesk"/>
                <a:ea typeface="Space Grotesk"/>
                <a:cs typeface="Space Grotesk"/>
                <a:sym typeface="Space Grotesk"/>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Space Grotesk"/>
                <a:ea typeface="Space Grotesk"/>
                <a:cs typeface="Space Grotesk"/>
                <a:sym typeface="Space Grotesk"/>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a:ea typeface="Poppins"/>
                <a:cs typeface="Poppins"/>
                <a:sym typeface="Poppin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a:ea typeface="Poppins"/>
                <a:cs typeface="Poppins"/>
                <a:sym typeface="Poppin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a:ea typeface="Poppins"/>
                <a:cs typeface="Poppins"/>
                <a:sym typeface="Poppin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a:ea typeface="Poppins"/>
                <a:cs typeface="Poppins"/>
                <a:sym typeface="Poppins"/>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Space Grotesk"/>
                <a:ea typeface="Space Grotesk"/>
                <a:cs typeface="Space Grotesk"/>
                <a:sym typeface="Space Grotesk"/>
              </a:defRPr>
            </a:lvl1pPr>
            <a:lvl2pPr lvl="1" marR="0" rtl="0" algn="l">
              <a:spcBef>
                <a:spcPts val="0"/>
              </a:spcBef>
              <a:spcAft>
                <a:spcPts val="0"/>
              </a:spcAft>
              <a:buSzPts val="1400"/>
              <a:buNone/>
              <a:defRPr b="0" i="0" sz="1800" u="none" cap="none" strike="noStrike">
                <a:solidFill>
                  <a:schemeClr val="dk1"/>
                </a:solidFill>
                <a:latin typeface="Poppins"/>
                <a:ea typeface="Poppins"/>
                <a:cs typeface="Poppins"/>
                <a:sym typeface="Poppins"/>
              </a:defRPr>
            </a:lvl2pPr>
            <a:lvl3pPr lvl="2" marR="0" rtl="0" algn="l">
              <a:spcBef>
                <a:spcPts val="0"/>
              </a:spcBef>
              <a:spcAft>
                <a:spcPts val="0"/>
              </a:spcAft>
              <a:buSzPts val="1400"/>
              <a:buNone/>
              <a:defRPr b="0" i="0" sz="1800" u="none" cap="none" strike="noStrike">
                <a:solidFill>
                  <a:schemeClr val="dk1"/>
                </a:solidFill>
                <a:latin typeface="Poppins"/>
                <a:ea typeface="Poppins"/>
                <a:cs typeface="Poppins"/>
                <a:sym typeface="Poppins"/>
              </a:defRPr>
            </a:lvl3pPr>
            <a:lvl4pPr lvl="3" marR="0" rtl="0" algn="l">
              <a:spcBef>
                <a:spcPts val="0"/>
              </a:spcBef>
              <a:spcAft>
                <a:spcPts val="0"/>
              </a:spcAft>
              <a:buSzPts val="1400"/>
              <a:buNone/>
              <a:defRPr b="0" i="0" sz="1800" u="none" cap="none" strike="noStrike">
                <a:solidFill>
                  <a:schemeClr val="dk1"/>
                </a:solidFill>
                <a:latin typeface="Poppins"/>
                <a:ea typeface="Poppins"/>
                <a:cs typeface="Poppins"/>
                <a:sym typeface="Poppins"/>
              </a:defRPr>
            </a:lvl4pPr>
            <a:lvl5pPr lvl="4" marR="0" rtl="0" algn="l">
              <a:spcBef>
                <a:spcPts val="0"/>
              </a:spcBef>
              <a:spcAft>
                <a:spcPts val="0"/>
              </a:spcAft>
              <a:buSzPts val="1400"/>
              <a:buNone/>
              <a:defRPr b="0" i="0" sz="1800" u="none" cap="none" strike="noStrike">
                <a:solidFill>
                  <a:schemeClr val="dk1"/>
                </a:solidFill>
                <a:latin typeface="Poppins"/>
                <a:ea typeface="Poppins"/>
                <a:cs typeface="Poppins"/>
                <a:sym typeface="Poppins"/>
              </a:defRPr>
            </a:lvl5pPr>
            <a:lvl6pPr lvl="5" marR="0" rtl="0" algn="l">
              <a:spcBef>
                <a:spcPts val="0"/>
              </a:spcBef>
              <a:spcAft>
                <a:spcPts val="0"/>
              </a:spcAft>
              <a:buSzPts val="1400"/>
              <a:buNone/>
              <a:defRPr b="0" i="0" sz="1800" u="none" cap="none" strike="noStrike">
                <a:solidFill>
                  <a:schemeClr val="dk1"/>
                </a:solidFill>
                <a:latin typeface="Poppins"/>
                <a:ea typeface="Poppins"/>
                <a:cs typeface="Poppins"/>
                <a:sym typeface="Poppins"/>
              </a:defRPr>
            </a:lvl6pPr>
            <a:lvl7pPr lvl="6" marR="0" rtl="0" algn="l">
              <a:spcBef>
                <a:spcPts val="0"/>
              </a:spcBef>
              <a:spcAft>
                <a:spcPts val="0"/>
              </a:spcAft>
              <a:buSzPts val="1400"/>
              <a:buNone/>
              <a:defRPr b="0" i="0" sz="1800" u="none" cap="none" strike="noStrike">
                <a:solidFill>
                  <a:schemeClr val="dk1"/>
                </a:solidFill>
                <a:latin typeface="Poppins"/>
                <a:ea typeface="Poppins"/>
                <a:cs typeface="Poppins"/>
                <a:sym typeface="Poppins"/>
              </a:defRPr>
            </a:lvl7pPr>
            <a:lvl8pPr lvl="7" marR="0" rtl="0" algn="l">
              <a:spcBef>
                <a:spcPts val="0"/>
              </a:spcBef>
              <a:spcAft>
                <a:spcPts val="0"/>
              </a:spcAft>
              <a:buSzPts val="1400"/>
              <a:buNone/>
              <a:defRPr b="0" i="0" sz="1800" u="none" cap="none" strike="noStrike">
                <a:solidFill>
                  <a:schemeClr val="dk1"/>
                </a:solidFill>
                <a:latin typeface="Poppins"/>
                <a:ea typeface="Poppins"/>
                <a:cs typeface="Poppins"/>
                <a:sym typeface="Poppins"/>
              </a:defRPr>
            </a:lvl8pPr>
            <a:lvl9pPr lvl="8" marR="0" rtl="0" algn="l">
              <a:spcBef>
                <a:spcPts val="0"/>
              </a:spcBef>
              <a:spcAft>
                <a:spcPts val="0"/>
              </a:spcAft>
              <a:buSzPts val="1400"/>
              <a:buNone/>
              <a:defRPr b="0" i="0" sz="1800" u="none" cap="none" strike="noStrike">
                <a:solidFill>
                  <a:schemeClr val="dk1"/>
                </a:solidFill>
                <a:latin typeface="Poppins"/>
                <a:ea typeface="Poppins"/>
                <a:cs typeface="Poppins"/>
                <a:sym typeface="Poppins"/>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Space Grotesk"/>
                <a:ea typeface="Space Grotesk"/>
                <a:cs typeface="Space Grotesk"/>
                <a:sym typeface="Space Grotesk"/>
              </a:defRPr>
            </a:lvl1pPr>
            <a:lvl2pPr lvl="1" marR="0" rtl="0" algn="l">
              <a:spcBef>
                <a:spcPts val="0"/>
              </a:spcBef>
              <a:spcAft>
                <a:spcPts val="0"/>
              </a:spcAft>
              <a:buSzPts val="1400"/>
              <a:buNone/>
              <a:defRPr b="0" i="0" sz="1800" u="none" cap="none" strike="noStrike">
                <a:solidFill>
                  <a:schemeClr val="dk1"/>
                </a:solidFill>
                <a:latin typeface="Poppins"/>
                <a:ea typeface="Poppins"/>
                <a:cs typeface="Poppins"/>
                <a:sym typeface="Poppins"/>
              </a:defRPr>
            </a:lvl2pPr>
            <a:lvl3pPr lvl="2" marR="0" rtl="0" algn="l">
              <a:spcBef>
                <a:spcPts val="0"/>
              </a:spcBef>
              <a:spcAft>
                <a:spcPts val="0"/>
              </a:spcAft>
              <a:buSzPts val="1400"/>
              <a:buNone/>
              <a:defRPr b="0" i="0" sz="1800" u="none" cap="none" strike="noStrike">
                <a:solidFill>
                  <a:schemeClr val="dk1"/>
                </a:solidFill>
                <a:latin typeface="Poppins"/>
                <a:ea typeface="Poppins"/>
                <a:cs typeface="Poppins"/>
                <a:sym typeface="Poppins"/>
              </a:defRPr>
            </a:lvl3pPr>
            <a:lvl4pPr lvl="3" marR="0" rtl="0" algn="l">
              <a:spcBef>
                <a:spcPts val="0"/>
              </a:spcBef>
              <a:spcAft>
                <a:spcPts val="0"/>
              </a:spcAft>
              <a:buSzPts val="1400"/>
              <a:buNone/>
              <a:defRPr b="0" i="0" sz="1800" u="none" cap="none" strike="noStrike">
                <a:solidFill>
                  <a:schemeClr val="dk1"/>
                </a:solidFill>
                <a:latin typeface="Poppins"/>
                <a:ea typeface="Poppins"/>
                <a:cs typeface="Poppins"/>
                <a:sym typeface="Poppins"/>
              </a:defRPr>
            </a:lvl4pPr>
            <a:lvl5pPr lvl="4" marR="0" rtl="0" algn="l">
              <a:spcBef>
                <a:spcPts val="0"/>
              </a:spcBef>
              <a:spcAft>
                <a:spcPts val="0"/>
              </a:spcAft>
              <a:buSzPts val="1400"/>
              <a:buNone/>
              <a:defRPr b="0" i="0" sz="1800" u="none" cap="none" strike="noStrike">
                <a:solidFill>
                  <a:schemeClr val="dk1"/>
                </a:solidFill>
                <a:latin typeface="Poppins"/>
                <a:ea typeface="Poppins"/>
                <a:cs typeface="Poppins"/>
                <a:sym typeface="Poppins"/>
              </a:defRPr>
            </a:lvl5pPr>
            <a:lvl6pPr lvl="5" marR="0" rtl="0" algn="l">
              <a:spcBef>
                <a:spcPts val="0"/>
              </a:spcBef>
              <a:spcAft>
                <a:spcPts val="0"/>
              </a:spcAft>
              <a:buSzPts val="1400"/>
              <a:buNone/>
              <a:defRPr b="0" i="0" sz="1800" u="none" cap="none" strike="noStrike">
                <a:solidFill>
                  <a:schemeClr val="dk1"/>
                </a:solidFill>
                <a:latin typeface="Poppins"/>
                <a:ea typeface="Poppins"/>
                <a:cs typeface="Poppins"/>
                <a:sym typeface="Poppins"/>
              </a:defRPr>
            </a:lvl6pPr>
            <a:lvl7pPr lvl="6" marR="0" rtl="0" algn="l">
              <a:spcBef>
                <a:spcPts val="0"/>
              </a:spcBef>
              <a:spcAft>
                <a:spcPts val="0"/>
              </a:spcAft>
              <a:buSzPts val="1400"/>
              <a:buNone/>
              <a:defRPr b="0" i="0" sz="1800" u="none" cap="none" strike="noStrike">
                <a:solidFill>
                  <a:schemeClr val="dk1"/>
                </a:solidFill>
                <a:latin typeface="Poppins"/>
                <a:ea typeface="Poppins"/>
                <a:cs typeface="Poppins"/>
                <a:sym typeface="Poppins"/>
              </a:defRPr>
            </a:lvl7pPr>
            <a:lvl8pPr lvl="7" marR="0" rtl="0" algn="l">
              <a:spcBef>
                <a:spcPts val="0"/>
              </a:spcBef>
              <a:spcAft>
                <a:spcPts val="0"/>
              </a:spcAft>
              <a:buSzPts val="1400"/>
              <a:buNone/>
              <a:defRPr b="0" i="0" sz="1800" u="none" cap="none" strike="noStrike">
                <a:solidFill>
                  <a:schemeClr val="dk1"/>
                </a:solidFill>
                <a:latin typeface="Poppins"/>
                <a:ea typeface="Poppins"/>
                <a:cs typeface="Poppins"/>
                <a:sym typeface="Poppins"/>
              </a:defRPr>
            </a:lvl8pPr>
            <a:lvl9pPr lvl="8" marR="0" rtl="0" algn="l">
              <a:spcBef>
                <a:spcPts val="0"/>
              </a:spcBef>
              <a:spcAft>
                <a:spcPts val="0"/>
              </a:spcAft>
              <a:buSzPts val="1400"/>
              <a:buNone/>
              <a:defRPr b="0" i="0" sz="1800" u="none" cap="none" strike="noStrike">
                <a:solidFill>
                  <a:schemeClr val="dk1"/>
                </a:solidFill>
                <a:latin typeface="Poppins"/>
                <a:ea typeface="Poppins"/>
                <a:cs typeface="Poppins"/>
                <a:sym typeface="Poppins"/>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Space Grotesk"/>
                <a:ea typeface="Space Grotesk"/>
                <a:cs typeface="Space Grotesk"/>
                <a:sym typeface="Space Grotesk"/>
              </a:defRPr>
            </a:lvl1pPr>
            <a:lvl2pPr indent="0" lvl="1" marL="0" marR="0" rtl="0" algn="r">
              <a:spcBef>
                <a:spcPts val="0"/>
              </a:spcBef>
              <a:buNone/>
              <a:defRPr b="0" i="0" sz="1200" u="none" cap="none" strike="noStrike">
                <a:solidFill>
                  <a:srgbClr val="888888"/>
                </a:solidFill>
                <a:latin typeface="Space Grotesk"/>
                <a:ea typeface="Space Grotesk"/>
                <a:cs typeface="Space Grotesk"/>
                <a:sym typeface="Space Grotesk"/>
              </a:defRPr>
            </a:lvl2pPr>
            <a:lvl3pPr indent="0" lvl="2" marL="0" marR="0" rtl="0" algn="r">
              <a:spcBef>
                <a:spcPts val="0"/>
              </a:spcBef>
              <a:buNone/>
              <a:defRPr b="0" i="0" sz="1200" u="none" cap="none" strike="noStrike">
                <a:solidFill>
                  <a:srgbClr val="888888"/>
                </a:solidFill>
                <a:latin typeface="Space Grotesk"/>
                <a:ea typeface="Space Grotesk"/>
                <a:cs typeface="Space Grotesk"/>
                <a:sym typeface="Space Grotesk"/>
              </a:defRPr>
            </a:lvl3pPr>
            <a:lvl4pPr indent="0" lvl="3" marL="0" marR="0" rtl="0" algn="r">
              <a:spcBef>
                <a:spcPts val="0"/>
              </a:spcBef>
              <a:buNone/>
              <a:defRPr b="0" i="0" sz="1200" u="none" cap="none" strike="noStrike">
                <a:solidFill>
                  <a:srgbClr val="888888"/>
                </a:solidFill>
                <a:latin typeface="Space Grotesk"/>
                <a:ea typeface="Space Grotesk"/>
                <a:cs typeface="Space Grotesk"/>
                <a:sym typeface="Space Grotesk"/>
              </a:defRPr>
            </a:lvl4pPr>
            <a:lvl5pPr indent="0" lvl="4" marL="0" marR="0" rtl="0" algn="r">
              <a:spcBef>
                <a:spcPts val="0"/>
              </a:spcBef>
              <a:buNone/>
              <a:defRPr b="0" i="0" sz="1200" u="none" cap="none" strike="noStrike">
                <a:solidFill>
                  <a:srgbClr val="888888"/>
                </a:solidFill>
                <a:latin typeface="Space Grotesk"/>
                <a:ea typeface="Space Grotesk"/>
                <a:cs typeface="Space Grotesk"/>
                <a:sym typeface="Space Grotesk"/>
              </a:defRPr>
            </a:lvl5pPr>
            <a:lvl6pPr indent="0" lvl="5" marL="0" marR="0" rtl="0" algn="r">
              <a:spcBef>
                <a:spcPts val="0"/>
              </a:spcBef>
              <a:buNone/>
              <a:defRPr b="0" i="0" sz="1200" u="none" cap="none" strike="noStrike">
                <a:solidFill>
                  <a:srgbClr val="888888"/>
                </a:solidFill>
                <a:latin typeface="Space Grotesk"/>
                <a:ea typeface="Space Grotesk"/>
                <a:cs typeface="Space Grotesk"/>
                <a:sym typeface="Space Grotesk"/>
              </a:defRPr>
            </a:lvl6pPr>
            <a:lvl7pPr indent="0" lvl="6" marL="0" marR="0" rtl="0" algn="r">
              <a:spcBef>
                <a:spcPts val="0"/>
              </a:spcBef>
              <a:buNone/>
              <a:defRPr b="0" i="0" sz="1200" u="none" cap="none" strike="noStrike">
                <a:solidFill>
                  <a:srgbClr val="888888"/>
                </a:solidFill>
                <a:latin typeface="Space Grotesk"/>
                <a:ea typeface="Space Grotesk"/>
                <a:cs typeface="Space Grotesk"/>
                <a:sym typeface="Space Grotesk"/>
              </a:defRPr>
            </a:lvl7pPr>
            <a:lvl8pPr indent="0" lvl="7" marL="0" marR="0" rtl="0" algn="r">
              <a:spcBef>
                <a:spcPts val="0"/>
              </a:spcBef>
              <a:buNone/>
              <a:defRPr b="0" i="0" sz="1200" u="none" cap="none" strike="noStrike">
                <a:solidFill>
                  <a:srgbClr val="888888"/>
                </a:solidFill>
                <a:latin typeface="Space Grotesk"/>
                <a:ea typeface="Space Grotesk"/>
                <a:cs typeface="Space Grotesk"/>
                <a:sym typeface="Space Grotesk"/>
              </a:defRPr>
            </a:lvl8pPr>
            <a:lvl9pPr indent="0" lvl="8" marL="0" marR="0" rtl="0" algn="r">
              <a:spcBef>
                <a:spcPts val="0"/>
              </a:spcBef>
              <a:buNone/>
              <a:defRPr b="0" i="0" sz="1200" u="none" cap="none" strike="noStrike">
                <a:solidFill>
                  <a:srgbClr val="888888"/>
                </a:solidFill>
                <a:latin typeface="Space Grotesk"/>
                <a:ea typeface="Space Grotesk"/>
                <a:cs typeface="Space Grotesk"/>
                <a:sym typeface="Space Grotesk"/>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7.jpg"/><Relationship Id="rId5"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16.jpg"/><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8.png"/><Relationship Id="rId5"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19.jpg"/><Relationship Id="rId5" Type="http://schemas.openxmlformats.org/officeDocument/2006/relationships/image" Target="../media/image14.jpg"/><Relationship Id="rId6"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6.jpg"/><Relationship Id="rId5"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1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 Id="rId3" Type="http://schemas.openxmlformats.org/officeDocument/2006/relationships/hyperlink" Target="http://www.youtube.com/watch?v=KLRnXac3zdY" TargetMode="External"/><Relationship Id="rId4" Type="http://schemas.openxmlformats.org/officeDocument/2006/relationships/image" Target="../media/image20.jpg"/><Relationship Id="rId5"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5"/>
          <p:cNvSpPr/>
          <p:nvPr/>
        </p:nvSpPr>
        <p:spPr>
          <a:xfrm>
            <a:off x="5060272" y="1393794"/>
            <a:ext cx="5584200" cy="19443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Poppins"/>
              <a:ea typeface="Poppins"/>
              <a:cs typeface="Poppins"/>
              <a:sym typeface="Poppins"/>
            </a:endParaRPr>
          </a:p>
        </p:txBody>
      </p:sp>
      <p:sp>
        <p:nvSpPr>
          <p:cNvPr id="305" name="Google Shape;305;p45"/>
          <p:cNvSpPr txBox="1"/>
          <p:nvPr>
            <p:ph type="title"/>
          </p:nvPr>
        </p:nvSpPr>
        <p:spPr>
          <a:xfrm>
            <a:off x="1988598" y="2766218"/>
            <a:ext cx="10134332" cy="1325563"/>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rgbClr val="F5443A"/>
              </a:buClr>
              <a:buSzPts val="3200"/>
              <a:buFont typeface="Arial"/>
              <a:buNone/>
            </a:pPr>
            <a:r>
              <a:rPr lang="en-US" sz="3200">
                <a:solidFill>
                  <a:srgbClr val="F5443A"/>
                </a:solidFill>
                <a:latin typeface="Arial"/>
                <a:ea typeface="Arial"/>
                <a:cs typeface="Arial"/>
                <a:sym typeface="Arial"/>
              </a:rPr>
              <a:t>Autonomous waste picker</a:t>
            </a:r>
            <a:br>
              <a:rPr lang="en-US" sz="3200">
                <a:solidFill>
                  <a:srgbClr val="F5443A"/>
                </a:solidFill>
                <a:latin typeface="Arial"/>
                <a:ea typeface="Arial"/>
                <a:cs typeface="Arial"/>
                <a:sym typeface="Arial"/>
              </a:rPr>
            </a:br>
            <a:r>
              <a:rPr lang="en-US" sz="3200">
                <a:solidFill>
                  <a:srgbClr val="F5443A"/>
                </a:solidFill>
                <a:latin typeface="Arial"/>
                <a:ea typeface="Arial"/>
                <a:cs typeface="Arial"/>
                <a:sym typeface="Arial"/>
              </a:rPr>
              <a:t>by Franka FR3 &amp; ROS</a:t>
            </a:r>
            <a:endParaRPr sz="1600">
              <a:latin typeface="Arial"/>
              <a:ea typeface="Arial"/>
              <a:cs typeface="Arial"/>
              <a:sym typeface="Arial"/>
            </a:endParaRPr>
          </a:p>
        </p:txBody>
      </p:sp>
      <p:pic>
        <p:nvPicPr>
          <p:cNvPr id="306" name="Google Shape;306;p45"/>
          <p:cNvPicPr preferRelativeResize="0"/>
          <p:nvPr/>
        </p:nvPicPr>
        <p:blipFill rotWithShape="1">
          <a:blip r:embed="rId3">
            <a:alphaModFix/>
          </a:blip>
          <a:srcRect b="23059" l="9946" r="9767" t="22905"/>
          <a:stretch/>
        </p:blipFill>
        <p:spPr>
          <a:xfrm>
            <a:off x="5257800" y="245471"/>
            <a:ext cx="2345898" cy="1577871"/>
          </a:xfrm>
          <a:prstGeom prst="rect">
            <a:avLst/>
          </a:prstGeom>
          <a:noFill/>
          <a:ln>
            <a:noFill/>
          </a:ln>
        </p:spPr>
      </p:pic>
      <p:sp>
        <p:nvSpPr>
          <p:cNvPr id="307" name="Google Shape;307;p45"/>
          <p:cNvSpPr txBox="1"/>
          <p:nvPr/>
        </p:nvSpPr>
        <p:spPr>
          <a:xfrm>
            <a:off x="5060272" y="5034657"/>
            <a:ext cx="63894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chemeClr val="dk1"/>
                </a:solidFill>
                <a:latin typeface="Arial"/>
                <a:ea typeface="Arial"/>
                <a:cs typeface="Arial"/>
                <a:sym typeface="Arial"/>
              </a:rPr>
              <a:t>Authors : Dmytro SHLIAHA &amp; Anna Sobchuk</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body"/>
          </p:nvPr>
        </p:nvSpPr>
        <p:spPr>
          <a:xfrm>
            <a:off x="6096000" y="1621800"/>
            <a:ext cx="4560300" cy="47982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1000"/>
              </a:spcBef>
              <a:spcAft>
                <a:spcPts val="0"/>
              </a:spcAft>
              <a:buNone/>
            </a:pPr>
            <a:r>
              <a:rPr lang="en-US" sz="2400">
                <a:latin typeface="Arial"/>
                <a:ea typeface="Arial"/>
                <a:cs typeface="Arial"/>
                <a:sym typeface="Arial"/>
              </a:rPr>
              <a:t>Pick up a metal can from anywhere on the table, no hints, no markers. The bigger picture is a robot that collects litter on its own. The hard part isn't any single algorithm, it's making four subsystems work together reliably.</a:t>
            </a:r>
            <a:endParaRPr i="0" sz="2400">
              <a:latin typeface="Arial"/>
              <a:ea typeface="Arial"/>
              <a:cs typeface="Arial"/>
              <a:sym typeface="Arial"/>
            </a:endParaRPr>
          </a:p>
        </p:txBody>
      </p:sp>
      <p:sp>
        <p:nvSpPr>
          <p:cNvPr id="314" name="Google Shape;314;p46"/>
          <p:cNvSpPr txBox="1"/>
          <p:nvPr/>
        </p:nvSpPr>
        <p:spPr>
          <a:xfrm>
            <a:off x="1056000" y="296225"/>
            <a:ext cx="10080000" cy="132570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4000"/>
              <a:buFont typeface="Arial"/>
              <a:buNone/>
            </a:pPr>
            <a:r>
              <a:rPr b="0" i="0" lang="en-US" sz="4000" u="none" cap="none" strike="noStrike">
                <a:solidFill>
                  <a:schemeClr val="dk1"/>
                </a:solidFill>
                <a:latin typeface="Arial"/>
                <a:ea typeface="Arial"/>
                <a:cs typeface="Arial"/>
                <a:sym typeface="Arial"/>
              </a:rPr>
              <a:t>Motivation &amp; Objectives</a:t>
            </a:r>
            <a:endParaRPr b="0" i="0" sz="4000" u="none" cap="none" strike="noStrike">
              <a:solidFill>
                <a:srgbClr val="143355"/>
              </a:solidFill>
              <a:latin typeface="Arial"/>
              <a:ea typeface="Arial"/>
              <a:cs typeface="Arial"/>
              <a:sym typeface="Arial"/>
            </a:endParaRPr>
          </a:p>
        </p:txBody>
      </p:sp>
      <p:grpSp>
        <p:nvGrpSpPr>
          <p:cNvPr id="315" name="Google Shape;315;p46"/>
          <p:cNvGrpSpPr/>
          <p:nvPr/>
        </p:nvGrpSpPr>
        <p:grpSpPr>
          <a:xfrm>
            <a:off x="10992306" y="5571744"/>
            <a:ext cx="1070459" cy="987552"/>
            <a:chOff x="10992306" y="5571744"/>
            <a:chExt cx="1070459" cy="987552"/>
          </a:xfrm>
        </p:grpSpPr>
        <p:sp>
          <p:nvSpPr>
            <p:cNvPr id="316" name="Google Shape;316;p46"/>
            <p:cNvSpPr/>
            <p:nvPr/>
          </p:nvSpPr>
          <p:spPr>
            <a:xfrm>
              <a:off x="11180064" y="5571744"/>
              <a:ext cx="694944" cy="9875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Poppins"/>
                <a:ea typeface="Poppins"/>
                <a:cs typeface="Poppins"/>
                <a:sym typeface="Poppins"/>
              </a:endParaRPr>
            </a:p>
          </p:txBody>
        </p:sp>
        <p:pic>
          <p:nvPicPr>
            <p:cNvPr id="317" name="Google Shape;317;p46"/>
            <p:cNvPicPr preferRelativeResize="0"/>
            <p:nvPr/>
          </p:nvPicPr>
          <p:blipFill rotWithShape="1">
            <a:blip r:embed="rId3">
              <a:alphaModFix/>
            </a:blip>
            <a:srcRect b="23059" l="9946" r="9767" t="22905"/>
            <a:stretch/>
          </p:blipFill>
          <p:spPr>
            <a:xfrm>
              <a:off x="10992306" y="5705520"/>
              <a:ext cx="1070459" cy="720000"/>
            </a:xfrm>
            <a:prstGeom prst="rect">
              <a:avLst/>
            </a:prstGeom>
            <a:noFill/>
            <a:ln>
              <a:noFill/>
            </a:ln>
          </p:spPr>
        </p:pic>
      </p:grpSp>
      <p:pic>
        <p:nvPicPr>
          <p:cNvPr id="318" name="Google Shape;318;p46"/>
          <p:cNvPicPr preferRelativeResize="0"/>
          <p:nvPr/>
        </p:nvPicPr>
        <p:blipFill>
          <a:blip r:embed="rId4">
            <a:alphaModFix/>
          </a:blip>
          <a:stretch>
            <a:fillRect/>
          </a:stretch>
        </p:blipFill>
        <p:spPr>
          <a:xfrm>
            <a:off x="1607974" y="1378725"/>
            <a:ext cx="3858325" cy="528435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7"/>
          <p:cNvSpPr txBox="1"/>
          <p:nvPr>
            <p:ph type="title"/>
          </p:nvPr>
        </p:nvSpPr>
        <p:spPr>
          <a:xfrm>
            <a:off x="1056000" y="365125"/>
            <a:ext cx="100800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143355"/>
              </a:buClr>
              <a:buSzPts val="4000"/>
              <a:buFont typeface="Arial"/>
              <a:buNone/>
            </a:pPr>
            <a:r>
              <a:rPr lang="en-US">
                <a:solidFill>
                  <a:srgbClr val="143355"/>
                </a:solidFill>
                <a:latin typeface="Arial"/>
                <a:ea typeface="Arial"/>
                <a:cs typeface="Arial"/>
                <a:sym typeface="Arial"/>
              </a:rPr>
              <a:t>Hardware &amp; Software Stack</a:t>
            </a:r>
            <a:endParaRPr>
              <a:solidFill>
                <a:srgbClr val="143355"/>
              </a:solidFill>
              <a:latin typeface="Arial"/>
              <a:ea typeface="Arial"/>
              <a:cs typeface="Arial"/>
              <a:sym typeface="Arial"/>
            </a:endParaRPr>
          </a:p>
        </p:txBody>
      </p:sp>
      <p:grpSp>
        <p:nvGrpSpPr>
          <p:cNvPr id="325" name="Google Shape;325;p47"/>
          <p:cNvGrpSpPr/>
          <p:nvPr/>
        </p:nvGrpSpPr>
        <p:grpSpPr>
          <a:xfrm>
            <a:off x="10992306" y="5571744"/>
            <a:ext cx="1070459" cy="987552"/>
            <a:chOff x="10992306" y="5571744"/>
            <a:chExt cx="1070459" cy="987552"/>
          </a:xfrm>
        </p:grpSpPr>
        <p:sp>
          <p:nvSpPr>
            <p:cNvPr id="326" name="Google Shape;326;p47"/>
            <p:cNvSpPr/>
            <p:nvPr/>
          </p:nvSpPr>
          <p:spPr>
            <a:xfrm>
              <a:off x="11180064" y="5571744"/>
              <a:ext cx="694944" cy="9875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Poppins"/>
                <a:ea typeface="Poppins"/>
                <a:cs typeface="Poppins"/>
                <a:sym typeface="Poppins"/>
              </a:endParaRPr>
            </a:p>
          </p:txBody>
        </p:sp>
        <p:pic>
          <p:nvPicPr>
            <p:cNvPr id="327" name="Google Shape;327;p47"/>
            <p:cNvPicPr preferRelativeResize="0"/>
            <p:nvPr/>
          </p:nvPicPr>
          <p:blipFill rotWithShape="1">
            <a:blip r:embed="rId3">
              <a:alphaModFix/>
            </a:blip>
            <a:srcRect b="23059" l="9946" r="9767" t="22905"/>
            <a:stretch/>
          </p:blipFill>
          <p:spPr>
            <a:xfrm>
              <a:off x="10992306" y="5705520"/>
              <a:ext cx="1070459" cy="720000"/>
            </a:xfrm>
            <a:prstGeom prst="rect">
              <a:avLst/>
            </a:prstGeom>
            <a:noFill/>
            <a:ln>
              <a:noFill/>
            </a:ln>
          </p:spPr>
        </p:pic>
      </p:grpSp>
      <p:sp>
        <p:nvSpPr>
          <p:cNvPr id="328" name="Google Shape;328;p47"/>
          <p:cNvSpPr txBox="1"/>
          <p:nvPr/>
        </p:nvSpPr>
        <p:spPr>
          <a:xfrm>
            <a:off x="4753701" y="1378745"/>
            <a:ext cx="6639300" cy="30894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1000"/>
              </a:spcBef>
              <a:spcAft>
                <a:spcPts val="0"/>
              </a:spcAft>
              <a:buNone/>
            </a:pPr>
            <a:r>
              <a:rPr lang="en-US" sz="2400">
                <a:solidFill>
                  <a:schemeClr val="dk1"/>
                </a:solidFill>
              </a:rPr>
              <a:t>Franka FR3 has 7 joints, torque sensors, and a 1 kHz control loop. </a:t>
            </a:r>
            <a:endParaRPr sz="2400">
              <a:solidFill>
                <a:schemeClr val="dk1"/>
              </a:solidFill>
            </a:endParaRPr>
          </a:p>
          <a:p>
            <a:pPr indent="0" lvl="0" marL="0" marR="0" rtl="0" algn="l">
              <a:lnSpc>
                <a:spcPct val="90000"/>
              </a:lnSpc>
              <a:spcBef>
                <a:spcPts val="1000"/>
              </a:spcBef>
              <a:spcAft>
                <a:spcPts val="0"/>
              </a:spcAft>
              <a:buNone/>
            </a:pPr>
            <a:r>
              <a:t/>
            </a:r>
            <a:endParaRPr sz="2400">
              <a:solidFill>
                <a:schemeClr val="dk1"/>
              </a:solidFill>
            </a:endParaRPr>
          </a:p>
          <a:p>
            <a:pPr indent="0" lvl="0" marL="0" marR="0" rtl="0" algn="l">
              <a:lnSpc>
                <a:spcPct val="90000"/>
              </a:lnSpc>
              <a:spcBef>
                <a:spcPts val="1000"/>
              </a:spcBef>
              <a:spcAft>
                <a:spcPts val="0"/>
              </a:spcAft>
              <a:buNone/>
            </a:pPr>
            <a:r>
              <a:rPr lang="en-US" sz="2400">
                <a:solidFill>
                  <a:schemeClr val="dk1"/>
                </a:solidFill>
              </a:rPr>
              <a:t>Everything runs in Docker with ROS Noetic, FrankaPy, and YOLO on a standard Ubuntu 22.04 host. </a:t>
            </a:r>
            <a:endParaRPr>
              <a:solidFill>
                <a:schemeClr val="dk1"/>
              </a:solidFill>
            </a:endParaRPr>
          </a:p>
        </p:txBody>
      </p:sp>
      <p:pic>
        <p:nvPicPr>
          <p:cNvPr id="329" name="Google Shape;329;p47"/>
          <p:cNvPicPr preferRelativeResize="0"/>
          <p:nvPr/>
        </p:nvPicPr>
        <p:blipFill rotWithShape="1">
          <a:blip r:embed="rId4">
            <a:alphaModFix/>
          </a:blip>
          <a:srcRect b="0" l="0" r="0" t="0"/>
          <a:stretch/>
        </p:blipFill>
        <p:spPr>
          <a:xfrm>
            <a:off x="1056000" y="1378745"/>
            <a:ext cx="3440826" cy="4587768"/>
          </a:xfrm>
          <a:prstGeom prst="rect">
            <a:avLst/>
          </a:prstGeom>
          <a:noFill/>
          <a:ln>
            <a:noFill/>
          </a:ln>
        </p:spPr>
      </p:pic>
      <p:pic>
        <p:nvPicPr>
          <p:cNvPr id="330" name="Google Shape;330;p47"/>
          <p:cNvPicPr preferRelativeResize="0"/>
          <p:nvPr/>
        </p:nvPicPr>
        <p:blipFill rotWithShape="1">
          <a:blip r:embed="rId5">
            <a:alphaModFix/>
          </a:blip>
          <a:srcRect b="0" l="0" r="0" t="0"/>
          <a:stretch/>
        </p:blipFill>
        <p:spPr>
          <a:xfrm>
            <a:off x="5297477" y="4089083"/>
            <a:ext cx="5142272" cy="247021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8"/>
          <p:cNvSpPr txBox="1"/>
          <p:nvPr/>
        </p:nvSpPr>
        <p:spPr>
          <a:xfrm>
            <a:off x="1160400" y="517525"/>
            <a:ext cx="10080000" cy="1325563"/>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143355"/>
              </a:buClr>
              <a:buSzPts val="4000"/>
              <a:buFont typeface="Arial"/>
              <a:buNone/>
            </a:pPr>
            <a:r>
              <a:rPr b="0" i="0" lang="en-US" sz="4000" u="none" cap="none" strike="noStrike">
                <a:solidFill>
                  <a:srgbClr val="143355"/>
                </a:solidFill>
                <a:latin typeface="Arial"/>
                <a:ea typeface="Arial"/>
                <a:cs typeface="Arial"/>
                <a:sym typeface="Arial"/>
              </a:rPr>
              <a:t>Dual Detection Pipeline</a:t>
            </a:r>
            <a:endParaRPr b="0" i="0" sz="4000" u="none" cap="none" strike="noStrike">
              <a:solidFill>
                <a:srgbClr val="143355"/>
              </a:solidFill>
              <a:latin typeface="Arial"/>
              <a:ea typeface="Arial"/>
              <a:cs typeface="Arial"/>
              <a:sym typeface="Arial"/>
            </a:endParaRPr>
          </a:p>
        </p:txBody>
      </p:sp>
      <p:grpSp>
        <p:nvGrpSpPr>
          <p:cNvPr id="337" name="Google Shape;337;p48"/>
          <p:cNvGrpSpPr/>
          <p:nvPr/>
        </p:nvGrpSpPr>
        <p:grpSpPr>
          <a:xfrm>
            <a:off x="10992306" y="5571744"/>
            <a:ext cx="1070459" cy="987552"/>
            <a:chOff x="10992306" y="5571744"/>
            <a:chExt cx="1070459" cy="987552"/>
          </a:xfrm>
        </p:grpSpPr>
        <p:sp>
          <p:nvSpPr>
            <p:cNvPr id="338" name="Google Shape;338;p48"/>
            <p:cNvSpPr/>
            <p:nvPr/>
          </p:nvSpPr>
          <p:spPr>
            <a:xfrm>
              <a:off x="11180064" y="5571744"/>
              <a:ext cx="694944" cy="9875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Poppins"/>
                <a:ea typeface="Poppins"/>
                <a:cs typeface="Poppins"/>
                <a:sym typeface="Poppins"/>
              </a:endParaRPr>
            </a:p>
          </p:txBody>
        </p:sp>
        <p:pic>
          <p:nvPicPr>
            <p:cNvPr id="339" name="Google Shape;339;p48"/>
            <p:cNvPicPr preferRelativeResize="0"/>
            <p:nvPr/>
          </p:nvPicPr>
          <p:blipFill rotWithShape="1">
            <a:blip r:embed="rId3">
              <a:alphaModFix/>
            </a:blip>
            <a:srcRect b="23059" l="9946" r="9767" t="22905"/>
            <a:stretch/>
          </p:blipFill>
          <p:spPr>
            <a:xfrm>
              <a:off x="10992306" y="5705520"/>
              <a:ext cx="1070459" cy="720000"/>
            </a:xfrm>
            <a:prstGeom prst="rect">
              <a:avLst/>
            </a:prstGeom>
            <a:noFill/>
            <a:ln>
              <a:noFill/>
            </a:ln>
          </p:spPr>
        </p:pic>
      </p:grpSp>
      <p:pic>
        <p:nvPicPr>
          <p:cNvPr id="340" name="Google Shape;340;p48"/>
          <p:cNvPicPr preferRelativeResize="0"/>
          <p:nvPr/>
        </p:nvPicPr>
        <p:blipFill rotWithShape="1">
          <a:blip r:embed="rId4">
            <a:alphaModFix/>
          </a:blip>
          <a:srcRect b="0" l="0" r="0" t="0"/>
          <a:stretch/>
        </p:blipFill>
        <p:spPr>
          <a:xfrm>
            <a:off x="651955" y="1535625"/>
            <a:ext cx="5444045" cy="4036125"/>
          </a:xfrm>
          <a:prstGeom prst="rect">
            <a:avLst/>
          </a:prstGeom>
          <a:noFill/>
          <a:ln>
            <a:noFill/>
          </a:ln>
        </p:spPr>
      </p:pic>
      <p:sp>
        <p:nvSpPr>
          <p:cNvPr id="341" name="Google Shape;341;p48"/>
          <p:cNvSpPr txBox="1"/>
          <p:nvPr/>
        </p:nvSpPr>
        <p:spPr>
          <a:xfrm>
            <a:off x="6202208" y="1210770"/>
            <a:ext cx="5989800" cy="29901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i="0" lang="en-US" sz="2400" u="none" cap="none" strike="noStrike">
                <a:solidFill>
                  <a:schemeClr val="dk1"/>
                </a:solidFill>
              </a:rPr>
              <a:t>YOLOv8n  conf=0.10 + geometric </a:t>
            </a:r>
            <a:r>
              <a:rPr lang="en-US" sz="2400">
                <a:solidFill>
                  <a:schemeClr val="dk1"/>
                </a:solidFill>
              </a:rPr>
              <a:t>d</a:t>
            </a:r>
            <a:r>
              <a:rPr i="0" lang="en-US" sz="2400" u="none" cap="none" strike="noStrike">
                <a:solidFill>
                  <a:schemeClr val="dk1"/>
                </a:solidFill>
              </a:rPr>
              <a:t>iameter filter (5–13 cm)</a:t>
            </a:r>
            <a:endParaRPr>
              <a:solidFill>
                <a:schemeClr val="dk1"/>
              </a:solidFill>
            </a:endParaRPr>
          </a:p>
          <a:p>
            <a:pPr indent="0" lvl="0" marL="0" marR="0" rtl="0" algn="ctr">
              <a:lnSpc>
                <a:spcPct val="90000"/>
              </a:lnSpc>
              <a:spcBef>
                <a:spcPts val="1000"/>
              </a:spcBef>
              <a:spcAft>
                <a:spcPts val="0"/>
              </a:spcAft>
              <a:buNone/>
            </a:pPr>
            <a:r>
              <a:t/>
            </a:r>
            <a:endParaRPr i="0" sz="1800" u="none" cap="none" strike="noStrike">
              <a:solidFill>
                <a:schemeClr val="dk1"/>
              </a:solidFill>
            </a:endParaRPr>
          </a:p>
          <a:p>
            <a:pPr indent="0" lvl="0" marL="0" marR="0" rtl="0" algn="l">
              <a:lnSpc>
                <a:spcPct val="90000"/>
              </a:lnSpc>
              <a:spcBef>
                <a:spcPts val="1000"/>
              </a:spcBef>
              <a:spcAft>
                <a:spcPts val="0"/>
              </a:spcAft>
              <a:buNone/>
            </a:pPr>
            <a:r>
              <a:rPr i="0" lang="en-US" sz="2400" u="none" cap="none" strike="noStrike">
                <a:solidFill>
                  <a:schemeClr val="dk1"/>
                </a:solidFill>
              </a:rPr>
              <a:t>HoughCircles with CLAHE preprocessing</a:t>
            </a:r>
            <a:r>
              <a:rPr lang="en-US" sz="2400">
                <a:solidFill>
                  <a:schemeClr val="dk1"/>
                </a:solidFill>
              </a:rPr>
              <a:t> </a:t>
            </a:r>
            <a:r>
              <a:rPr i="0" lang="en-US" sz="2400" u="none" cap="none" strike="noStrike">
                <a:solidFill>
                  <a:schemeClr val="dk1"/>
                </a:solidFill>
              </a:rPr>
              <a:t>fallback &amp; dominant in practice</a:t>
            </a:r>
            <a:endParaRPr>
              <a:solidFill>
                <a:schemeClr val="dk1"/>
              </a:solidFill>
            </a:endParaRPr>
          </a:p>
        </p:txBody>
      </p:sp>
      <p:pic>
        <p:nvPicPr>
          <p:cNvPr id="342" name="Google Shape;342;p48"/>
          <p:cNvPicPr preferRelativeResize="0"/>
          <p:nvPr/>
        </p:nvPicPr>
        <p:blipFill rotWithShape="1">
          <a:blip r:embed="rId5">
            <a:alphaModFix/>
          </a:blip>
          <a:srcRect b="0" l="0" r="0" t="0"/>
          <a:stretch/>
        </p:blipFill>
        <p:spPr>
          <a:xfrm>
            <a:off x="6338475" y="4200876"/>
            <a:ext cx="3745180" cy="2369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9"/>
          <p:cNvSpPr txBox="1"/>
          <p:nvPr/>
        </p:nvSpPr>
        <p:spPr>
          <a:xfrm>
            <a:off x="1108200" y="517525"/>
            <a:ext cx="10080000" cy="1325563"/>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143355"/>
              </a:buClr>
              <a:buSzPts val="4000"/>
              <a:buFont typeface="Arial"/>
              <a:buNone/>
            </a:pPr>
            <a:r>
              <a:rPr b="0" i="0" lang="en-US" sz="4000" u="none" cap="none" strike="noStrike">
                <a:solidFill>
                  <a:srgbClr val="143355"/>
                </a:solidFill>
                <a:latin typeface="Arial"/>
                <a:ea typeface="Arial"/>
                <a:cs typeface="Arial"/>
                <a:sym typeface="Arial"/>
              </a:rPr>
              <a:t>Coordinate Calibration</a:t>
            </a:r>
            <a:endParaRPr b="0" i="0" sz="4000" u="none" cap="none" strike="noStrike">
              <a:solidFill>
                <a:srgbClr val="143355"/>
              </a:solidFill>
              <a:latin typeface="Arial"/>
              <a:ea typeface="Arial"/>
              <a:cs typeface="Arial"/>
              <a:sym typeface="Arial"/>
            </a:endParaRPr>
          </a:p>
        </p:txBody>
      </p:sp>
      <p:grpSp>
        <p:nvGrpSpPr>
          <p:cNvPr id="349" name="Google Shape;349;p49"/>
          <p:cNvGrpSpPr/>
          <p:nvPr/>
        </p:nvGrpSpPr>
        <p:grpSpPr>
          <a:xfrm>
            <a:off x="10992306" y="5571744"/>
            <a:ext cx="1070459" cy="987552"/>
            <a:chOff x="10992306" y="5571744"/>
            <a:chExt cx="1070459" cy="987552"/>
          </a:xfrm>
        </p:grpSpPr>
        <p:sp>
          <p:nvSpPr>
            <p:cNvPr id="350" name="Google Shape;350;p49"/>
            <p:cNvSpPr/>
            <p:nvPr/>
          </p:nvSpPr>
          <p:spPr>
            <a:xfrm>
              <a:off x="11180064" y="5571744"/>
              <a:ext cx="694944" cy="9875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Poppins"/>
                <a:ea typeface="Poppins"/>
                <a:cs typeface="Poppins"/>
                <a:sym typeface="Poppins"/>
              </a:endParaRPr>
            </a:p>
          </p:txBody>
        </p:sp>
        <p:pic>
          <p:nvPicPr>
            <p:cNvPr id="351" name="Google Shape;351;p49"/>
            <p:cNvPicPr preferRelativeResize="0"/>
            <p:nvPr/>
          </p:nvPicPr>
          <p:blipFill rotWithShape="1">
            <a:blip r:embed="rId3">
              <a:alphaModFix/>
            </a:blip>
            <a:srcRect b="23059" l="9946" r="9767" t="22905"/>
            <a:stretch/>
          </p:blipFill>
          <p:spPr>
            <a:xfrm>
              <a:off x="10992306" y="5705520"/>
              <a:ext cx="1070459" cy="720000"/>
            </a:xfrm>
            <a:prstGeom prst="rect">
              <a:avLst/>
            </a:prstGeom>
            <a:noFill/>
            <a:ln>
              <a:noFill/>
            </a:ln>
          </p:spPr>
        </p:pic>
      </p:grpSp>
      <p:sp>
        <p:nvSpPr>
          <p:cNvPr id="352" name="Google Shape;352;p49"/>
          <p:cNvSpPr txBox="1"/>
          <p:nvPr/>
        </p:nvSpPr>
        <p:spPr>
          <a:xfrm>
            <a:off x="2195250" y="5720175"/>
            <a:ext cx="7801500" cy="13257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1000"/>
              </a:spcBef>
              <a:spcAft>
                <a:spcPts val="0"/>
              </a:spcAft>
              <a:buNone/>
            </a:pPr>
            <a:r>
              <a:rPr i="0" lang="en-US" sz="2400" u="none" cap="none" strike="noStrike">
                <a:solidFill>
                  <a:schemeClr val="dk1"/>
                </a:solidFill>
              </a:rPr>
              <a:t>Workspace check: 0.25 &lt; R</a:t>
            </a:r>
            <a:r>
              <a:rPr baseline="-25000" i="0" lang="en-US" sz="2400" u="none" cap="none" strike="noStrike">
                <a:solidFill>
                  <a:schemeClr val="dk1"/>
                </a:solidFill>
              </a:rPr>
              <a:t>x</a:t>
            </a:r>
            <a:r>
              <a:rPr i="0" lang="en-US" sz="2400" u="none" cap="none" strike="noStrike">
                <a:solidFill>
                  <a:schemeClr val="dk1"/>
                </a:solidFill>
              </a:rPr>
              <a:t> &lt; 0.80 m · |R</a:t>
            </a:r>
            <a:r>
              <a:rPr baseline="-25000" i="0" lang="en-US" sz="2400" u="none" cap="none" strike="noStrike">
                <a:solidFill>
                  <a:schemeClr val="dk1"/>
                </a:solidFill>
              </a:rPr>
              <a:t>y</a:t>
            </a:r>
            <a:r>
              <a:rPr i="0" lang="en-US" sz="2400" u="none" cap="none" strike="noStrike">
                <a:solidFill>
                  <a:schemeClr val="dk1"/>
                </a:solidFill>
              </a:rPr>
              <a:t>| &lt; 0.40 m</a:t>
            </a:r>
            <a:endParaRPr>
              <a:solidFill>
                <a:schemeClr val="dk1"/>
              </a:solidFill>
            </a:endParaRPr>
          </a:p>
        </p:txBody>
      </p:sp>
      <p:pic>
        <p:nvPicPr>
          <p:cNvPr id="353" name="Google Shape;353;p49"/>
          <p:cNvPicPr preferRelativeResize="0"/>
          <p:nvPr/>
        </p:nvPicPr>
        <p:blipFill>
          <a:blip r:embed="rId4">
            <a:alphaModFix/>
          </a:blip>
          <a:stretch>
            <a:fillRect/>
          </a:stretch>
        </p:blipFill>
        <p:spPr>
          <a:xfrm>
            <a:off x="1838245" y="2124301"/>
            <a:ext cx="3688080" cy="3038475"/>
          </a:xfrm>
          <a:prstGeom prst="rect">
            <a:avLst/>
          </a:prstGeom>
          <a:noFill/>
          <a:ln>
            <a:noFill/>
          </a:ln>
        </p:spPr>
      </p:pic>
      <p:pic>
        <p:nvPicPr>
          <p:cNvPr id="354" name="Google Shape;354;p49"/>
          <p:cNvPicPr preferRelativeResize="0"/>
          <p:nvPr/>
        </p:nvPicPr>
        <p:blipFill>
          <a:blip r:embed="rId5">
            <a:alphaModFix/>
          </a:blip>
          <a:stretch>
            <a:fillRect/>
          </a:stretch>
        </p:blipFill>
        <p:spPr>
          <a:xfrm>
            <a:off x="6548700" y="2124288"/>
            <a:ext cx="3448050" cy="30384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50"/>
          <p:cNvSpPr txBox="1"/>
          <p:nvPr/>
        </p:nvSpPr>
        <p:spPr>
          <a:xfrm>
            <a:off x="1108200" y="517525"/>
            <a:ext cx="10080000" cy="1325563"/>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143355"/>
              </a:buClr>
              <a:buSzPts val="4000"/>
              <a:buFont typeface="Arial"/>
              <a:buNone/>
            </a:pPr>
            <a:r>
              <a:rPr b="0" i="0" lang="en-US" sz="4000" u="none" cap="none" strike="noStrike">
                <a:solidFill>
                  <a:srgbClr val="143355"/>
                </a:solidFill>
                <a:latin typeface="Arial"/>
                <a:ea typeface="Arial"/>
                <a:cs typeface="Arial"/>
                <a:sym typeface="Arial"/>
              </a:rPr>
              <a:t>Robot Motion Control &amp; Rotation</a:t>
            </a:r>
            <a:endParaRPr b="0" i="0" sz="4000" u="none" cap="none" strike="noStrike">
              <a:solidFill>
                <a:srgbClr val="143355"/>
              </a:solidFill>
              <a:latin typeface="Arial"/>
              <a:ea typeface="Arial"/>
              <a:cs typeface="Arial"/>
              <a:sym typeface="Arial"/>
            </a:endParaRPr>
          </a:p>
        </p:txBody>
      </p:sp>
      <p:grpSp>
        <p:nvGrpSpPr>
          <p:cNvPr id="361" name="Google Shape;361;p50"/>
          <p:cNvGrpSpPr/>
          <p:nvPr/>
        </p:nvGrpSpPr>
        <p:grpSpPr>
          <a:xfrm>
            <a:off x="10992306" y="5571744"/>
            <a:ext cx="1070459" cy="987552"/>
            <a:chOff x="10992306" y="5571744"/>
            <a:chExt cx="1070459" cy="987552"/>
          </a:xfrm>
        </p:grpSpPr>
        <p:sp>
          <p:nvSpPr>
            <p:cNvPr id="362" name="Google Shape;362;p50"/>
            <p:cNvSpPr/>
            <p:nvPr/>
          </p:nvSpPr>
          <p:spPr>
            <a:xfrm>
              <a:off x="11180064" y="5571744"/>
              <a:ext cx="694944" cy="9875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Poppins"/>
                <a:ea typeface="Poppins"/>
                <a:cs typeface="Poppins"/>
                <a:sym typeface="Poppins"/>
              </a:endParaRPr>
            </a:p>
          </p:txBody>
        </p:sp>
        <p:pic>
          <p:nvPicPr>
            <p:cNvPr id="363" name="Google Shape;363;p50"/>
            <p:cNvPicPr preferRelativeResize="0"/>
            <p:nvPr/>
          </p:nvPicPr>
          <p:blipFill rotWithShape="1">
            <a:blip r:embed="rId3">
              <a:alphaModFix/>
            </a:blip>
            <a:srcRect b="23059" l="9946" r="9767" t="22905"/>
            <a:stretch/>
          </p:blipFill>
          <p:spPr>
            <a:xfrm>
              <a:off x="10992306" y="5705520"/>
              <a:ext cx="1070459" cy="720000"/>
            </a:xfrm>
            <a:prstGeom prst="rect">
              <a:avLst/>
            </a:prstGeom>
            <a:noFill/>
            <a:ln>
              <a:noFill/>
            </a:ln>
          </p:spPr>
        </p:pic>
      </p:grpSp>
      <p:pic>
        <p:nvPicPr>
          <p:cNvPr id="364" name="Google Shape;364;p50"/>
          <p:cNvPicPr preferRelativeResize="0"/>
          <p:nvPr/>
        </p:nvPicPr>
        <p:blipFill rotWithShape="1">
          <a:blip r:embed="rId4">
            <a:alphaModFix/>
          </a:blip>
          <a:srcRect b="0" l="0" r="0" t="0"/>
          <a:stretch/>
        </p:blipFill>
        <p:spPr>
          <a:xfrm>
            <a:off x="6619200" y="1636011"/>
            <a:ext cx="4373101" cy="2459875"/>
          </a:xfrm>
          <a:prstGeom prst="rect">
            <a:avLst/>
          </a:prstGeom>
          <a:noFill/>
          <a:ln>
            <a:noFill/>
          </a:ln>
        </p:spPr>
      </p:pic>
      <p:pic>
        <p:nvPicPr>
          <p:cNvPr id="365" name="Google Shape;365;p50"/>
          <p:cNvPicPr preferRelativeResize="0"/>
          <p:nvPr/>
        </p:nvPicPr>
        <p:blipFill rotWithShape="1">
          <a:blip r:embed="rId5">
            <a:alphaModFix/>
          </a:blip>
          <a:srcRect b="0" l="0" r="0" t="0"/>
          <a:stretch/>
        </p:blipFill>
        <p:spPr>
          <a:xfrm>
            <a:off x="6619200" y="4153639"/>
            <a:ext cx="4373101" cy="2459875"/>
          </a:xfrm>
          <a:prstGeom prst="rect">
            <a:avLst/>
          </a:prstGeom>
          <a:noFill/>
          <a:ln>
            <a:noFill/>
          </a:ln>
        </p:spPr>
      </p:pic>
      <p:pic>
        <p:nvPicPr>
          <p:cNvPr id="366" name="Google Shape;366;p50"/>
          <p:cNvPicPr preferRelativeResize="0"/>
          <p:nvPr/>
        </p:nvPicPr>
        <p:blipFill>
          <a:blip r:embed="rId6">
            <a:alphaModFix/>
          </a:blip>
          <a:stretch>
            <a:fillRect/>
          </a:stretch>
        </p:blipFill>
        <p:spPr>
          <a:xfrm>
            <a:off x="721650" y="2048313"/>
            <a:ext cx="5629275" cy="4152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51"/>
          <p:cNvSpPr txBox="1"/>
          <p:nvPr/>
        </p:nvSpPr>
        <p:spPr>
          <a:xfrm>
            <a:off x="457200" y="517525"/>
            <a:ext cx="11382000" cy="1325563"/>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143355"/>
              </a:buClr>
              <a:buSzPts val="4000"/>
              <a:buFont typeface="Arial"/>
              <a:buNone/>
            </a:pPr>
            <a:r>
              <a:rPr b="0" i="0" lang="en-US" sz="4000" u="none" cap="none" strike="noStrike">
                <a:solidFill>
                  <a:srgbClr val="143355"/>
                </a:solidFill>
                <a:latin typeface="Arial"/>
                <a:ea typeface="Arial"/>
                <a:cs typeface="Arial"/>
                <a:sym typeface="Arial"/>
              </a:rPr>
              <a:t>System Integration &amp; ROS Node Architecture</a:t>
            </a:r>
            <a:endParaRPr b="0" i="0" sz="4000" u="none" cap="none" strike="noStrike">
              <a:solidFill>
                <a:srgbClr val="143355"/>
              </a:solidFill>
              <a:latin typeface="Arial"/>
              <a:ea typeface="Arial"/>
              <a:cs typeface="Arial"/>
              <a:sym typeface="Arial"/>
            </a:endParaRPr>
          </a:p>
        </p:txBody>
      </p:sp>
      <p:grpSp>
        <p:nvGrpSpPr>
          <p:cNvPr id="373" name="Google Shape;373;p51"/>
          <p:cNvGrpSpPr/>
          <p:nvPr/>
        </p:nvGrpSpPr>
        <p:grpSpPr>
          <a:xfrm>
            <a:off x="10992306" y="5571744"/>
            <a:ext cx="1070459" cy="987552"/>
            <a:chOff x="10992306" y="5571744"/>
            <a:chExt cx="1070459" cy="987552"/>
          </a:xfrm>
        </p:grpSpPr>
        <p:sp>
          <p:nvSpPr>
            <p:cNvPr id="374" name="Google Shape;374;p51"/>
            <p:cNvSpPr/>
            <p:nvPr/>
          </p:nvSpPr>
          <p:spPr>
            <a:xfrm>
              <a:off x="11180064" y="5571744"/>
              <a:ext cx="694944" cy="9875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Poppins"/>
                <a:ea typeface="Poppins"/>
                <a:cs typeface="Poppins"/>
                <a:sym typeface="Poppins"/>
              </a:endParaRPr>
            </a:p>
          </p:txBody>
        </p:sp>
        <p:pic>
          <p:nvPicPr>
            <p:cNvPr id="375" name="Google Shape;375;p51"/>
            <p:cNvPicPr preferRelativeResize="0"/>
            <p:nvPr/>
          </p:nvPicPr>
          <p:blipFill rotWithShape="1">
            <a:blip r:embed="rId3">
              <a:alphaModFix/>
            </a:blip>
            <a:srcRect b="23059" l="9946" r="9767" t="22905"/>
            <a:stretch/>
          </p:blipFill>
          <p:spPr>
            <a:xfrm>
              <a:off x="10992306" y="5705520"/>
              <a:ext cx="1070459" cy="720000"/>
            </a:xfrm>
            <a:prstGeom prst="rect">
              <a:avLst/>
            </a:prstGeom>
            <a:noFill/>
            <a:ln>
              <a:noFill/>
            </a:ln>
          </p:spPr>
        </p:pic>
      </p:grpSp>
      <p:pic>
        <p:nvPicPr>
          <p:cNvPr id="376" name="Google Shape;376;p51"/>
          <p:cNvPicPr preferRelativeResize="0"/>
          <p:nvPr/>
        </p:nvPicPr>
        <p:blipFill rotWithShape="1">
          <a:blip r:embed="rId4">
            <a:alphaModFix/>
          </a:blip>
          <a:srcRect b="0" l="0" r="0" t="0"/>
          <a:stretch/>
        </p:blipFill>
        <p:spPr>
          <a:xfrm>
            <a:off x="676400" y="1633077"/>
            <a:ext cx="5008350" cy="4621676"/>
          </a:xfrm>
          <a:prstGeom prst="rect">
            <a:avLst/>
          </a:prstGeom>
          <a:noFill/>
          <a:ln>
            <a:noFill/>
          </a:ln>
        </p:spPr>
      </p:pic>
      <p:pic>
        <p:nvPicPr>
          <p:cNvPr id="377" name="Google Shape;377;p51"/>
          <p:cNvPicPr preferRelativeResize="0"/>
          <p:nvPr/>
        </p:nvPicPr>
        <p:blipFill rotWithShape="1">
          <a:blip r:embed="rId5">
            <a:alphaModFix/>
          </a:blip>
          <a:srcRect b="0" l="0" r="0" t="0"/>
          <a:stretch/>
        </p:blipFill>
        <p:spPr>
          <a:xfrm>
            <a:off x="5779200" y="5229175"/>
            <a:ext cx="4317300" cy="1214250"/>
          </a:xfrm>
          <a:prstGeom prst="rect">
            <a:avLst/>
          </a:prstGeom>
          <a:noFill/>
          <a:ln>
            <a:noFill/>
          </a:ln>
        </p:spPr>
      </p:pic>
      <p:sp>
        <p:nvSpPr>
          <p:cNvPr id="378" name="Google Shape;378;p51"/>
          <p:cNvSpPr txBox="1"/>
          <p:nvPr/>
        </p:nvSpPr>
        <p:spPr>
          <a:xfrm>
            <a:off x="5684750" y="1843100"/>
            <a:ext cx="5635800" cy="27063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200"/>
              </a:spcBef>
              <a:spcAft>
                <a:spcPts val="0"/>
              </a:spcAft>
              <a:buNone/>
            </a:pPr>
            <a:r>
              <a:rPr lang="en-US" sz="2400">
                <a:solidFill>
                  <a:schemeClr val="dk1"/>
                </a:solidFill>
              </a:rPr>
              <a:t>Two nodes, one topic, no blocking calls. Finally block guarantees re-arm on any exit path.</a:t>
            </a:r>
            <a:endParaRPr sz="2400">
              <a:solidFill>
                <a:schemeClr val="dk1"/>
              </a:solidFill>
            </a:endParaRPr>
          </a:p>
          <a:p>
            <a:pPr indent="0" lvl="0" marL="0" rtl="0" algn="l">
              <a:lnSpc>
                <a:spcPct val="115000"/>
              </a:lnSpc>
              <a:spcBef>
                <a:spcPts val="1200"/>
              </a:spcBef>
              <a:spcAft>
                <a:spcPts val="0"/>
              </a:spcAft>
              <a:buNone/>
            </a:pPr>
            <a:r>
              <a:t/>
            </a:r>
            <a:endParaRPr sz="2400">
              <a:solidFill>
                <a:schemeClr val="dk1"/>
              </a:solidFill>
            </a:endParaRPr>
          </a:p>
          <a:p>
            <a:pPr indent="0" lvl="0" marL="0" rtl="0" algn="l">
              <a:lnSpc>
                <a:spcPct val="115000"/>
              </a:lnSpc>
              <a:spcBef>
                <a:spcPts val="1200"/>
              </a:spcBef>
              <a:spcAft>
                <a:spcPts val="1200"/>
              </a:spcAft>
              <a:buNone/>
            </a:pPr>
            <a:r>
              <a:rPr lang="en-US" sz="2400">
                <a:solidFill>
                  <a:schemeClr val="dk1"/>
                </a:solidFill>
              </a:rPr>
              <a:t>Check position before moving, check descent, check jaw width after grasp. Any failure goes home and tries again.</a:t>
            </a:r>
            <a:endParaRPr sz="24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52"/>
          <p:cNvSpPr txBox="1"/>
          <p:nvPr/>
        </p:nvSpPr>
        <p:spPr>
          <a:xfrm>
            <a:off x="0" y="517525"/>
            <a:ext cx="12296400" cy="1325563"/>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488BC9"/>
              </a:buClr>
              <a:buSzPts val="4000"/>
              <a:buFont typeface="Arial"/>
              <a:buNone/>
            </a:pPr>
            <a:r>
              <a:rPr b="0" i="0" lang="en-US" sz="4000" u="none" cap="none" strike="noStrike">
                <a:solidFill>
                  <a:srgbClr val="488BC9"/>
                </a:solidFill>
                <a:latin typeface="Arial"/>
                <a:ea typeface="Arial"/>
                <a:cs typeface="Arial"/>
                <a:sym typeface="Arial"/>
              </a:rPr>
              <a:t>Session Monitor: Passive Telemetry &amp; Watchdog</a:t>
            </a:r>
            <a:endParaRPr b="0" i="0" sz="4000" u="none" cap="none" strike="noStrike">
              <a:solidFill>
                <a:srgbClr val="488BC9"/>
              </a:solidFill>
              <a:latin typeface="Arial"/>
              <a:ea typeface="Arial"/>
              <a:cs typeface="Arial"/>
              <a:sym typeface="Arial"/>
            </a:endParaRPr>
          </a:p>
        </p:txBody>
      </p:sp>
      <p:grpSp>
        <p:nvGrpSpPr>
          <p:cNvPr id="385" name="Google Shape;385;p52"/>
          <p:cNvGrpSpPr/>
          <p:nvPr/>
        </p:nvGrpSpPr>
        <p:grpSpPr>
          <a:xfrm>
            <a:off x="10992306" y="5571744"/>
            <a:ext cx="1070459" cy="987552"/>
            <a:chOff x="10992306" y="5571744"/>
            <a:chExt cx="1070459" cy="987552"/>
          </a:xfrm>
        </p:grpSpPr>
        <p:sp>
          <p:nvSpPr>
            <p:cNvPr id="386" name="Google Shape;386;p52"/>
            <p:cNvSpPr/>
            <p:nvPr/>
          </p:nvSpPr>
          <p:spPr>
            <a:xfrm>
              <a:off x="11180064" y="5571744"/>
              <a:ext cx="694944" cy="9875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Poppins"/>
                <a:ea typeface="Poppins"/>
                <a:cs typeface="Poppins"/>
                <a:sym typeface="Poppins"/>
              </a:endParaRPr>
            </a:p>
          </p:txBody>
        </p:sp>
        <p:pic>
          <p:nvPicPr>
            <p:cNvPr id="387" name="Google Shape;387;p52"/>
            <p:cNvPicPr preferRelativeResize="0"/>
            <p:nvPr/>
          </p:nvPicPr>
          <p:blipFill rotWithShape="1">
            <a:blip r:embed="rId3">
              <a:alphaModFix/>
            </a:blip>
            <a:srcRect b="23059" l="9946" r="9767" t="22905"/>
            <a:stretch/>
          </p:blipFill>
          <p:spPr>
            <a:xfrm>
              <a:off x="10992306" y="5705520"/>
              <a:ext cx="1070459" cy="720000"/>
            </a:xfrm>
            <a:prstGeom prst="rect">
              <a:avLst/>
            </a:prstGeom>
            <a:noFill/>
            <a:ln>
              <a:noFill/>
            </a:ln>
          </p:spPr>
        </p:pic>
      </p:grpSp>
      <p:pic>
        <p:nvPicPr>
          <p:cNvPr id="388" name="Google Shape;388;p52"/>
          <p:cNvPicPr preferRelativeResize="0"/>
          <p:nvPr/>
        </p:nvPicPr>
        <p:blipFill rotWithShape="1">
          <a:blip r:embed="rId4">
            <a:alphaModFix/>
          </a:blip>
          <a:srcRect b="0" l="0" r="0" t="0"/>
          <a:stretch/>
        </p:blipFill>
        <p:spPr>
          <a:xfrm>
            <a:off x="755775" y="2072941"/>
            <a:ext cx="6377399" cy="3481225"/>
          </a:xfrm>
          <a:prstGeom prst="rect">
            <a:avLst/>
          </a:prstGeom>
          <a:noFill/>
          <a:ln>
            <a:noFill/>
          </a:ln>
        </p:spPr>
      </p:pic>
      <p:sp>
        <p:nvSpPr>
          <p:cNvPr id="389" name="Google Shape;389;p52"/>
          <p:cNvSpPr txBox="1"/>
          <p:nvPr/>
        </p:nvSpPr>
        <p:spPr>
          <a:xfrm>
            <a:off x="7450675" y="1378750"/>
            <a:ext cx="3737400" cy="48696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1000"/>
              </a:spcBef>
              <a:spcAft>
                <a:spcPts val="0"/>
              </a:spcAft>
              <a:buNone/>
            </a:pPr>
            <a:r>
              <a:rPr lang="en-US" sz="2400">
                <a:solidFill>
                  <a:srgbClr val="143355"/>
                </a:solidFill>
              </a:rPr>
              <a:t>Read-only, zero impact on the pipeline. Found a silent failure invisible to ROS tools and recovered it automatically.</a:t>
            </a:r>
            <a:endParaRPr i="0" sz="2400" u="none" cap="none" strike="noStrike">
              <a:solidFill>
                <a:srgbClr val="143355"/>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grpSp>
        <p:nvGrpSpPr>
          <p:cNvPr id="395" name="Google Shape;395;p53"/>
          <p:cNvGrpSpPr/>
          <p:nvPr/>
        </p:nvGrpSpPr>
        <p:grpSpPr>
          <a:xfrm>
            <a:off x="10992306" y="5571744"/>
            <a:ext cx="1070459" cy="987552"/>
            <a:chOff x="10992306" y="5571744"/>
            <a:chExt cx="1070459" cy="987552"/>
          </a:xfrm>
        </p:grpSpPr>
        <p:sp>
          <p:nvSpPr>
            <p:cNvPr id="396" name="Google Shape;396;p53"/>
            <p:cNvSpPr/>
            <p:nvPr/>
          </p:nvSpPr>
          <p:spPr>
            <a:xfrm>
              <a:off x="11180064" y="5571744"/>
              <a:ext cx="694944" cy="9875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Poppins"/>
                <a:ea typeface="Poppins"/>
                <a:cs typeface="Poppins"/>
                <a:sym typeface="Poppins"/>
              </a:endParaRPr>
            </a:p>
          </p:txBody>
        </p:sp>
        <p:pic>
          <p:nvPicPr>
            <p:cNvPr id="397" name="Google Shape;397;p53"/>
            <p:cNvPicPr preferRelativeResize="0"/>
            <p:nvPr/>
          </p:nvPicPr>
          <p:blipFill rotWithShape="1">
            <a:blip r:embed="rId3">
              <a:alphaModFix/>
            </a:blip>
            <a:srcRect b="23059" l="9946" r="9767" t="22905"/>
            <a:stretch/>
          </p:blipFill>
          <p:spPr>
            <a:xfrm>
              <a:off x="10992306" y="5705520"/>
              <a:ext cx="1070459" cy="720000"/>
            </a:xfrm>
            <a:prstGeom prst="rect">
              <a:avLst/>
            </a:prstGeom>
            <a:noFill/>
            <a:ln>
              <a:noFill/>
            </a:ln>
          </p:spPr>
        </p:pic>
      </p:grpSp>
      <p:pic>
        <p:nvPicPr>
          <p:cNvPr id="398" name="Google Shape;398;p53"/>
          <p:cNvPicPr preferRelativeResize="0"/>
          <p:nvPr/>
        </p:nvPicPr>
        <p:blipFill rotWithShape="1">
          <a:blip r:embed="rId4">
            <a:alphaModFix/>
          </a:blip>
          <a:srcRect b="0" l="0" r="9420" t="0"/>
          <a:stretch/>
        </p:blipFill>
        <p:spPr>
          <a:xfrm>
            <a:off x="676401" y="2016936"/>
            <a:ext cx="5140200" cy="3593270"/>
          </a:xfrm>
          <a:prstGeom prst="rect">
            <a:avLst/>
          </a:prstGeom>
          <a:noFill/>
          <a:ln>
            <a:noFill/>
          </a:ln>
        </p:spPr>
      </p:pic>
      <p:sp>
        <p:nvSpPr>
          <p:cNvPr id="399" name="Google Shape;399;p53"/>
          <p:cNvSpPr txBox="1"/>
          <p:nvPr/>
        </p:nvSpPr>
        <p:spPr>
          <a:xfrm>
            <a:off x="6053667" y="1378744"/>
            <a:ext cx="5134533" cy="486965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i="0" lang="en-US" sz="2400" u="none" cap="none" strike="noStrike">
                <a:solidFill>
                  <a:srgbClr val="143355"/>
                </a:solidFill>
              </a:rPr>
              <a:t>4/4 cycles successful </a:t>
            </a:r>
            <a:br>
              <a:rPr i="0" lang="en-US" sz="2400" u="none" cap="none" strike="noStrike">
                <a:solidFill>
                  <a:srgbClr val="143355"/>
                </a:solidFill>
              </a:rPr>
            </a:br>
            <a:r>
              <a:rPr i="0" lang="en-US" sz="2400" u="none" cap="none" strike="noStrike">
                <a:solidFill>
                  <a:srgbClr val="143355"/>
                </a:solidFill>
              </a:rPr>
              <a:t>No human intervention between runs</a:t>
            </a:r>
            <a:endParaRPr/>
          </a:p>
          <a:p>
            <a:pPr indent="0" lvl="0" marL="0" marR="0" rtl="0" algn="l">
              <a:lnSpc>
                <a:spcPct val="90000"/>
              </a:lnSpc>
              <a:spcBef>
                <a:spcPts val="1000"/>
              </a:spcBef>
              <a:spcAft>
                <a:spcPts val="0"/>
              </a:spcAft>
              <a:buNone/>
            </a:pPr>
            <a:r>
              <a:t/>
            </a:r>
            <a:endParaRPr b="0" i="0" sz="1800" u="none" cap="none" strike="noStrike">
              <a:solidFill>
                <a:srgbClr val="143355"/>
              </a:solidFill>
              <a:latin typeface="Arial"/>
              <a:ea typeface="Arial"/>
              <a:cs typeface="Arial"/>
              <a:sym typeface="Arial"/>
            </a:endParaRPr>
          </a:p>
          <a:p>
            <a:pPr indent="0" lvl="0" marL="0" marR="0" rtl="0" algn="l">
              <a:lnSpc>
                <a:spcPct val="90000"/>
              </a:lnSpc>
              <a:spcBef>
                <a:spcPts val="1000"/>
              </a:spcBef>
              <a:spcAft>
                <a:spcPts val="0"/>
              </a:spcAft>
              <a:buNone/>
            </a:pPr>
            <a:r>
              <a:rPr i="0" lang="en-US" sz="2400" u="none" cap="none" strike="noStrike">
                <a:solidFill>
                  <a:srgbClr val="143355"/>
                </a:solidFill>
              </a:rPr>
              <a:t>Cycle time: 35 ± 2 s</a:t>
            </a:r>
            <a:br>
              <a:rPr i="0" lang="en-US" sz="2400" u="none" cap="none" strike="noStrike">
                <a:solidFill>
                  <a:srgbClr val="143355"/>
                </a:solidFill>
              </a:rPr>
            </a:br>
            <a:r>
              <a:rPr i="0" lang="en-US" sz="2400" u="none" cap="none" strike="noStrike">
                <a:solidFill>
                  <a:srgbClr val="143355"/>
                </a:solidFill>
              </a:rPr>
              <a:t>Motion contributes ~30–33 s</a:t>
            </a:r>
            <a:endParaRPr i="0" sz="2400" u="none" cap="none" strike="noStrike">
              <a:solidFill>
                <a:srgbClr val="143355"/>
              </a:solidFill>
            </a:endParaRPr>
          </a:p>
        </p:txBody>
      </p:sp>
      <p:sp>
        <p:nvSpPr>
          <p:cNvPr id="400" name="Google Shape;400;p53"/>
          <p:cNvSpPr/>
          <p:nvPr/>
        </p:nvSpPr>
        <p:spPr>
          <a:xfrm rot="2700000">
            <a:off x="-368729" y="3051433"/>
            <a:ext cx="740804" cy="745534"/>
          </a:xfrm>
          <a:prstGeom prst="rect">
            <a:avLst/>
          </a:prstGeom>
          <a:solidFill>
            <a:srgbClr val="548135"/>
          </a:solidFill>
          <a:ln cap="flat" cmpd="sng" w="12700">
            <a:solidFill>
              <a:srgbClr val="54813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Poppins"/>
              <a:ea typeface="Poppins"/>
              <a:cs typeface="Poppins"/>
              <a:sym typeface="Poppins"/>
            </a:endParaRPr>
          </a:p>
        </p:txBody>
      </p:sp>
      <p:sp>
        <p:nvSpPr>
          <p:cNvPr id="401" name="Google Shape;401;p53"/>
          <p:cNvSpPr txBox="1"/>
          <p:nvPr/>
        </p:nvSpPr>
        <p:spPr>
          <a:xfrm>
            <a:off x="177800" y="517525"/>
            <a:ext cx="11940800" cy="1325563"/>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548135"/>
              </a:buClr>
              <a:buSzPts val="4000"/>
              <a:buFont typeface="Arial"/>
              <a:buNone/>
            </a:pPr>
            <a:r>
              <a:rPr b="0" i="0" lang="en-US" sz="4000" u="none" cap="none" strike="noStrike">
                <a:solidFill>
                  <a:srgbClr val="548135"/>
                </a:solidFill>
                <a:latin typeface="Arial"/>
                <a:ea typeface="Arial"/>
                <a:cs typeface="Arial"/>
                <a:sym typeface="Arial"/>
              </a:rPr>
              <a:t>Results: 4 Consecutive Autonomous Cycles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54"/>
          <p:cNvSpPr txBox="1"/>
          <p:nvPr/>
        </p:nvSpPr>
        <p:spPr>
          <a:xfrm>
            <a:off x="1108200" y="1535907"/>
            <a:ext cx="10080000" cy="4762500"/>
          </a:xfrm>
          <a:prstGeom prst="rect">
            <a:avLst/>
          </a:prstGeom>
          <a:noFill/>
          <a:ln>
            <a:noFill/>
          </a:ln>
        </p:spPr>
        <p:txBody>
          <a:bodyPr anchorCtr="0" anchor="ctr" bIns="45700" lIns="91425" spcFirstLastPara="1" rIns="91425" wrap="square" tIns="45700">
            <a:normAutofit/>
          </a:bodyPr>
          <a:lstStyle/>
          <a:p>
            <a:pPr indent="0" lvl="0" marL="457200" marR="0" rtl="0" algn="ctr">
              <a:lnSpc>
                <a:spcPct val="90000"/>
              </a:lnSpc>
              <a:spcBef>
                <a:spcPts val="0"/>
              </a:spcBef>
              <a:spcAft>
                <a:spcPts val="0"/>
              </a:spcAft>
              <a:buNone/>
            </a:pPr>
            <a:r>
              <a:rPr i="0" lang="en-US" sz="2800" u="none" cap="none" strike="noStrike">
                <a:solidFill>
                  <a:srgbClr val="143355"/>
                </a:solidFill>
              </a:rPr>
              <a:t>Complete end-to-end autonomous pipeline </a:t>
            </a:r>
            <a:endParaRPr/>
          </a:p>
          <a:p>
            <a:pPr indent="-50800" lvl="0" marL="228600" marR="0" rtl="0" algn="ctr">
              <a:lnSpc>
                <a:spcPct val="90000"/>
              </a:lnSpc>
              <a:spcBef>
                <a:spcPts val="1000"/>
              </a:spcBef>
              <a:spcAft>
                <a:spcPts val="0"/>
              </a:spcAft>
              <a:buClr>
                <a:schemeClr val="dk1"/>
              </a:buClr>
              <a:buSzPts val="2800"/>
              <a:buFont typeface="Arial"/>
              <a:buNone/>
            </a:pPr>
            <a:r>
              <a:t/>
            </a:r>
            <a:endParaRPr b="0" i="0" sz="2800" u="none" cap="none" strike="noStrike">
              <a:solidFill>
                <a:srgbClr val="143355"/>
              </a:solidFill>
              <a:latin typeface="Arial"/>
              <a:ea typeface="Arial"/>
              <a:cs typeface="Arial"/>
              <a:sym typeface="Arial"/>
            </a:endParaRPr>
          </a:p>
          <a:p>
            <a:pPr indent="0" lvl="0" marL="457200" marR="0" rtl="0" algn="ctr">
              <a:lnSpc>
                <a:spcPct val="90000"/>
              </a:lnSpc>
              <a:spcBef>
                <a:spcPts val="1000"/>
              </a:spcBef>
              <a:spcAft>
                <a:spcPts val="0"/>
              </a:spcAft>
              <a:buNone/>
            </a:pPr>
            <a:r>
              <a:rPr b="0" i="0" lang="en-US" sz="2800" u="none" cap="none" strike="noStrike">
                <a:solidFill>
                  <a:srgbClr val="143355"/>
                </a:solidFill>
                <a:latin typeface="Arial"/>
                <a:ea typeface="Arial"/>
                <a:cs typeface="Arial"/>
                <a:sym typeface="Arial"/>
              </a:rPr>
              <a:t>2-node topic architecture + passive session_monitor</a:t>
            </a:r>
            <a:endParaRPr/>
          </a:p>
          <a:p>
            <a:pPr indent="-50800" lvl="0" marL="228600" marR="0" rtl="0" algn="ctr">
              <a:lnSpc>
                <a:spcPct val="90000"/>
              </a:lnSpc>
              <a:spcBef>
                <a:spcPts val="1000"/>
              </a:spcBef>
              <a:spcAft>
                <a:spcPts val="0"/>
              </a:spcAft>
              <a:buClr>
                <a:schemeClr val="dk1"/>
              </a:buClr>
              <a:buSzPts val="2800"/>
              <a:buFont typeface="Arial"/>
              <a:buNone/>
            </a:pPr>
            <a:r>
              <a:t/>
            </a:r>
            <a:endParaRPr b="0" i="0" sz="2800" u="none" cap="none" strike="noStrike">
              <a:solidFill>
                <a:srgbClr val="143355"/>
              </a:solidFill>
              <a:latin typeface="Arial"/>
              <a:ea typeface="Arial"/>
              <a:cs typeface="Arial"/>
              <a:sym typeface="Arial"/>
            </a:endParaRPr>
          </a:p>
          <a:p>
            <a:pPr indent="0" lvl="0" marL="457200" marR="0" rtl="0" algn="ctr">
              <a:lnSpc>
                <a:spcPct val="90000"/>
              </a:lnSpc>
              <a:spcBef>
                <a:spcPts val="1000"/>
              </a:spcBef>
              <a:spcAft>
                <a:spcPts val="0"/>
              </a:spcAft>
              <a:buNone/>
            </a:pPr>
            <a:r>
              <a:rPr b="0" i="0" lang="en-US" sz="2800" u="none" cap="none" strike="noStrike">
                <a:solidFill>
                  <a:srgbClr val="143355"/>
                </a:solidFill>
                <a:latin typeface="Arial"/>
                <a:ea typeface="Arial"/>
                <a:cs typeface="Arial"/>
                <a:sym typeface="Arial"/>
              </a:rPr>
              <a:t>github.com/Anna-Sobchuk/franka</a:t>
            </a:r>
            <a:endParaRPr b="0" i="0" sz="2800" u="none" cap="none" strike="noStrike">
              <a:solidFill>
                <a:srgbClr val="143355"/>
              </a:solidFill>
              <a:latin typeface="Arial"/>
              <a:ea typeface="Arial"/>
              <a:cs typeface="Arial"/>
              <a:sym typeface="Arial"/>
            </a:endParaRPr>
          </a:p>
        </p:txBody>
      </p:sp>
      <p:sp>
        <p:nvSpPr>
          <p:cNvPr id="408" name="Google Shape;408;p54"/>
          <p:cNvSpPr txBox="1"/>
          <p:nvPr/>
        </p:nvSpPr>
        <p:spPr>
          <a:xfrm>
            <a:off x="1108200" y="517525"/>
            <a:ext cx="10080000" cy="1325563"/>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F5443A"/>
              </a:buClr>
              <a:buSzPts val="4000"/>
              <a:buFont typeface="Arial"/>
              <a:buNone/>
            </a:pPr>
            <a:r>
              <a:rPr b="0" i="0" lang="en-US" sz="4000" u="none" cap="none" strike="noStrike">
                <a:solidFill>
                  <a:srgbClr val="548135"/>
                </a:solidFill>
                <a:latin typeface="Arial"/>
                <a:ea typeface="Arial"/>
                <a:cs typeface="Arial"/>
                <a:sym typeface="Arial"/>
              </a:rPr>
              <a:t>Conclusion</a:t>
            </a:r>
            <a:endParaRPr b="0" i="0" sz="4000" u="none" cap="none" strike="noStrike">
              <a:solidFill>
                <a:srgbClr val="548135"/>
              </a:solidFill>
              <a:latin typeface="Arial"/>
              <a:ea typeface="Arial"/>
              <a:cs typeface="Arial"/>
              <a:sym typeface="Arial"/>
            </a:endParaRPr>
          </a:p>
        </p:txBody>
      </p:sp>
      <p:grpSp>
        <p:nvGrpSpPr>
          <p:cNvPr id="409" name="Google Shape;409;p54"/>
          <p:cNvGrpSpPr/>
          <p:nvPr/>
        </p:nvGrpSpPr>
        <p:grpSpPr>
          <a:xfrm>
            <a:off x="10992306" y="5571744"/>
            <a:ext cx="1070459" cy="987552"/>
            <a:chOff x="10992306" y="5571744"/>
            <a:chExt cx="1070459" cy="987552"/>
          </a:xfrm>
        </p:grpSpPr>
        <p:sp>
          <p:nvSpPr>
            <p:cNvPr id="410" name="Google Shape;410;p54"/>
            <p:cNvSpPr/>
            <p:nvPr/>
          </p:nvSpPr>
          <p:spPr>
            <a:xfrm>
              <a:off x="11180064" y="5571744"/>
              <a:ext cx="694944" cy="9875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Poppins"/>
                <a:ea typeface="Poppins"/>
                <a:cs typeface="Poppins"/>
                <a:sym typeface="Poppins"/>
              </a:endParaRPr>
            </a:p>
          </p:txBody>
        </p:sp>
        <p:pic>
          <p:nvPicPr>
            <p:cNvPr id="411" name="Google Shape;411;p54"/>
            <p:cNvPicPr preferRelativeResize="0"/>
            <p:nvPr/>
          </p:nvPicPr>
          <p:blipFill rotWithShape="1">
            <a:blip r:embed="rId3">
              <a:alphaModFix/>
            </a:blip>
            <a:srcRect b="23059" l="9946" r="9767" t="22905"/>
            <a:stretch/>
          </p:blipFill>
          <p:spPr>
            <a:xfrm>
              <a:off x="10992306" y="5705520"/>
              <a:ext cx="1070459" cy="720000"/>
            </a:xfrm>
            <a:prstGeom prst="rect">
              <a:avLst/>
            </a:prstGeom>
            <a:noFill/>
            <a:ln>
              <a:noFill/>
            </a:ln>
          </p:spPr>
        </p:pic>
      </p:grpSp>
      <p:sp>
        <p:nvSpPr>
          <p:cNvPr id="412" name="Google Shape;412;p54"/>
          <p:cNvSpPr/>
          <p:nvPr/>
        </p:nvSpPr>
        <p:spPr>
          <a:xfrm rot="2700000">
            <a:off x="-368687" y="3051434"/>
            <a:ext cx="740765" cy="745432"/>
          </a:xfrm>
          <a:prstGeom prst="rect">
            <a:avLst/>
          </a:prstGeom>
          <a:solidFill>
            <a:srgbClr val="548135"/>
          </a:solidFill>
          <a:ln cap="flat" cmpd="sng" w="12700">
            <a:solidFill>
              <a:srgbClr val="54813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pic>
        <p:nvPicPr>
          <p:cNvPr descr="Franka robot cans collection" id="418" name="Google Shape;418;p55" title="Franka">
            <a:hlinkClick r:id="rId3"/>
          </p:cNvPr>
          <p:cNvPicPr preferRelativeResize="0"/>
          <p:nvPr/>
        </p:nvPicPr>
        <p:blipFill>
          <a:blip r:embed="rId4">
            <a:alphaModFix/>
          </a:blip>
          <a:stretch>
            <a:fillRect/>
          </a:stretch>
        </p:blipFill>
        <p:spPr>
          <a:xfrm>
            <a:off x="1379425" y="775925"/>
            <a:ext cx="9433150" cy="5306150"/>
          </a:xfrm>
          <a:prstGeom prst="rect">
            <a:avLst/>
          </a:prstGeom>
          <a:noFill/>
          <a:ln>
            <a:noFill/>
          </a:ln>
        </p:spPr>
      </p:pic>
      <p:grpSp>
        <p:nvGrpSpPr>
          <p:cNvPr id="419" name="Google Shape;419;p55"/>
          <p:cNvGrpSpPr/>
          <p:nvPr/>
        </p:nvGrpSpPr>
        <p:grpSpPr>
          <a:xfrm>
            <a:off x="10992306" y="5571744"/>
            <a:ext cx="1070459" cy="987600"/>
            <a:chOff x="10992306" y="5571744"/>
            <a:chExt cx="1070459" cy="987600"/>
          </a:xfrm>
        </p:grpSpPr>
        <p:sp>
          <p:nvSpPr>
            <p:cNvPr id="420" name="Google Shape;420;p55"/>
            <p:cNvSpPr/>
            <p:nvPr/>
          </p:nvSpPr>
          <p:spPr>
            <a:xfrm>
              <a:off x="11180064" y="5571744"/>
              <a:ext cx="694800" cy="987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Poppins"/>
                <a:ea typeface="Poppins"/>
                <a:cs typeface="Poppins"/>
                <a:sym typeface="Poppins"/>
              </a:endParaRPr>
            </a:p>
          </p:txBody>
        </p:sp>
        <p:pic>
          <p:nvPicPr>
            <p:cNvPr id="421" name="Google Shape;421;p55"/>
            <p:cNvPicPr preferRelativeResize="0"/>
            <p:nvPr/>
          </p:nvPicPr>
          <p:blipFill rotWithShape="1">
            <a:blip r:embed="rId5">
              <a:alphaModFix/>
            </a:blip>
            <a:srcRect b="23057" l="9948" r="9763" t="22906"/>
            <a:stretch/>
          </p:blipFill>
          <p:spPr>
            <a:xfrm>
              <a:off x="10992306" y="5705520"/>
              <a:ext cx="1070459" cy="720000"/>
            </a:xfrm>
            <a:prstGeom prst="rect">
              <a:avLst/>
            </a:prstGeom>
            <a:noFill/>
            <a:ln>
              <a:noFill/>
            </a:ln>
          </p:spPr>
        </p:pic>
      </p:grpSp>
      <p:sp>
        <p:nvSpPr>
          <p:cNvPr id="422" name="Google Shape;422;p55"/>
          <p:cNvSpPr/>
          <p:nvPr/>
        </p:nvSpPr>
        <p:spPr>
          <a:xfrm rot="2700000">
            <a:off x="-368687" y="3051434"/>
            <a:ext cx="740765" cy="745432"/>
          </a:xfrm>
          <a:prstGeom prst="rect">
            <a:avLst/>
          </a:prstGeom>
          <a:solidFill>
            <a:srgbClr val="548135"/>
          </a:solidFill>
          <a:ln cap="flat" cmpd="sng" w="12700">
            <a:solidFill>
              <a:srgbClr val="54813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Poppins"/>
              <a:ea typeface="Poppins"/>
              <a:cs typeface="Poppins"/>
              <a:sym typeface="Poppi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8"/>
                                        </p:tgtEl>
                                        <p:attrNameLst>
                                          <p:attrName>style.visibility</p:attrName>
                                        </p:attrNameLst>
                                      </p:cBhvr>
                                      <p:to>
                                        <p:strVal val="visible"/>
                                      </p:to>
                                    </p:set>
                                    <p:animEffect filter="fade" transition="in">
                                      <p:cBhvr>
                                        <p:cTn dur="1000"/>
                                        <p:tgtEl>
                                          <p:spTgt spid="4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alpha val="38039"/>
          </a:schemeClr>
        </a:solidFill>
      </p:bgPr>
    </p:bg>
    <p:spTree>
      <p:nvGrpSpPr>
        <p:cNvPr id="427" name="Shape 427"/>
        <p:cNvGrpSpPr/>
        <p:nvPr/>
      </p:nvGrpSpPr>
      <p:grpSpPr>
        <a:xfrm>
          <a:off x="0" y="0"/>
          <a:ext cx="0" cy="0"/>
          <a:chOff x="0" y="0"/>
          <a:chExt cx="0" cy="0"/>
        </a:xfrm>
      </p:grpSpPr>
      <p:sp>
        <p:nvSpPr>
          <p:cNvPr id="428" name="Google Shape;428;p56"/>
          <p:cNvSpPr/>
          <p:nvPr/>
        </p:nvSpPr>
        <p:spPr>
          <a:xfrm>
            <a:off x="5060272" y="1393794"/>
            <a:ext cx="5584054" cy="194421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Poppins"/>
              <a:ea typeface="Poppins"/>
              <a:cs typeface="Poppins"/>
              <a:sym typeface="Poppins"/>
            </a:endParaRPr>
          </a:p>
        </p:txBody>
      </p:sp>
      <p:sp>
        <p:nvSpPr>
          <p:cNvPr id="429" name="Google Shape;429;p56"/>
          <p:cNvSpPr txBox="1"/>
          <p:nvPr>
            <p:ph type="title"/>
          </p:nvPr>
        </p:nvSpPr>
        <p:spPr>
          <a:xfrm>
            <a:off x="1988598" y="2766218"/>
            <a:ext cx="10134332" cy="1325563"/>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rgbClr val="143355"/>
              </a:buClr>
              <a:buSzPts val="3200"/>
              <a:buFont typeface="Arial"/>
              <a:buNone/>
            </a:pPr>
            <a:r>
              <a:rPr lang="en-US" sz="3200">
                <a:latin typeface="Arial"/>
                <a:ea typeface="Arial"/>
                <a:cs typeface="Arial"/>
                <a:sym typeface="Arial"/>
              </a:rPr>
              <a:t>Thank you for your attention!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